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5" r:id="rId4"/>
    <p:sldId id="258" r:id="rId5"/>
    <p:sldId id="261" r:id="rId6"/>
    <p:sldId id="266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本課作業" id="{FAD964DE-799B-481B-898C-BE5873FFE391}">
          <p14:sldIdLst>
            <p14:sldId id="257"/>
            <p14:sldId id="263"/>
            <p14:sldId id="265"/>
          </p14:sldIdLst>
        </p14:section>
        <p14:section name="作業參考" id="{AB6D5852-9967-42A3-A5AF-989582F6F624}">
          <p14:sldIdLst>
            <p14:sldId id="258"/>
            <p14:sldId id="261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4B5A"/>
    <a:srgbClr val="00FF00"/>
    <a:srgbClr val="98FF65"/>
    <a:srgbClr val="1C1C1E"/>
    <a:srgbClr val="FE2A00"/>
    <a:srgbClr val="CEB100"/>
    <a:srgbClr val="000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092" y="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972D6E-AA86-4593-87AC-ADB03C192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106FCF-019D-4B11-B5C2-2D49D89E5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2822EC-3D5C-42C2-930E-E3AEA5A33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EBDB-0EFE-4065-A859-1A83BFA404E6}" type="datetimeFigureOut">
              <a:rPr lang="zh-TW" altLang="en-US" smtClean="0"/>
              <a:t>2021/11/19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35A4CB-4B7C-4BB9-96F7-D759A02FC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15EF62-C1F1-4C95-8A40-4998488B1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209B5-5820-438D-8E2A-AF1BB821B4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4202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951BB6-8C25-4039-B25D-D8BFAFC5F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DF7FB9-0A33-4A8F-B116-F05EB7AFE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CC5B0C-87A8-4B8A-8AC6-648824AFD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EBDB-0EFE-4065-A859-1A83BFA404E6}" type="datetimeFigureOut">
              <a:rPr lang="zh-TW" altLang="en-US" smtClean="0"/>
              <a:t>2021/11/19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AF0CE9-28A0-4752-9191-0D308B227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311758-F2CE-424F-8CD4-04949DCC4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209B5-5820-438D-8E2A-AF1BB821B4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9930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6D6F7F-30D5-415A-9582-75237E8BA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1A823F2-0ABC-4209-A9C4-E19483047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F4939B-15B1-4FEE-A652-150A051CE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EBDB-0EFE-4065-A859-1A83BFA404E6}" type="datetimeFigureOut">
              <a:rPr lang="zh-TW" altLang="en-US" smtClean="0"/>
              <a:t>2021/11/19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CC4DDB-FA13-4F3F-9F17-01982E37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819B931-3357-4B0E-A5F6-64D3100AC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209B5-5820-438D-8E2A-AF1BB821B4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1762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E39B2B-E043-4F03-B2DB-6B8E2D63E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B6B7E7-34A8-490D-B1F1-51F8A73FF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B0F03AE-21E3-401E-94AA-9D1156090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88CA9D2-9DF9-44FA-9F7F-564722E29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EBDB-0EFE-4065-A859-1A83BFA404E6}" type="datetimeFigureOut">
              <a:rPr lang="zh-TW" altLang="en-US" smtClean="0"/>
              <a:t>2021/11/19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723C639-1B8D-48E7-A378-268CD9CD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A6A4CCA-58F2-4E70-BCD3-805B402DD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209B5-5820-438D-8E2A-AF1BB821B4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0952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B0B91F-6919-424B-A99C-D93E3BE38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D0AFD1A-A022-4882-972C-BC3DE2FE6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085B0E2-A00D-47AD-AFF8-C948A2DD6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160FC4A-7B3B-4D2F-8332-FADC2953B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7F67429-1847-4858-9F77-B63A736DC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5B48825-E473-4C3E-8B02-C8EA7F5D3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EBDB-0EFE-4065-A859-1A83BFA404E6}" type="datetimeFigureOut">
              <a:rPr lang="zh-TW" altLang="en-US" smtClean="0"/>
              <a:t>2021/11/19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4EDD85E-6471-4994-B390-7513B2FC3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C16C240-99F0-45DF-8806-B22C7FD87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209B5-5820-438D-8E2A-AF1BB821B4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8038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3A90E2-1D1B-4753-B468-680C80F44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39DA172-7C1C-48F6-8E7C-E6C77C795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EBDB-0EFE-4065-A859-1A83BFA404E6}" type="datetimeFigureOut">
              <a:rPr lang="zh-TW" altLang="en-US" smtClean="0"/>
              <a:t>2021/11/19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5D280F0-1B90-4EE2-8F67-CC28B56D5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5051784-AF5B-4D5B-BE9F-280AAA486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209B5-5820-438D-8E2A-AF1BB821B4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3484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3DDEDED-7B96-4C6C-B636-34C683BD5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EBDB-0EFE-4065-A859-1A83BFA404E6}" type="datetimeFigureOut">
              <a:rPr lang="zh-TW" altLang="en-US" smtClean="0"/>
              <a:t>2021/11/19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904284B-1219-4B1E-AADA-8A732C6C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8B2672-B2DF-4047-8BEF-7B030A753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209B5-5820-438D-8E2A-AF1BB821B4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5913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831F0A-86A7-4C07-9E5F-E516B728A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AC7EE9-DF0D-405F-BB88-F24C13032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6A2D7C8-1307-46C7-A4CD-AC4929FFC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E6CF954-21CF-4C71-8E71-0A2FDB438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EBDB-0EFE-4065-A859-1A83BFA404E6}" type="datetimeFigureOut">
              <a:rPr lang="zh-TW" altLang="en-US" smtClean="0"/>
              <a:t>2021/11/19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94E6AD3-9C23-4EAD-A8B0-467DD70F6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D3E3C9-7052-4C6D-8799-D845B1D4C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209B5-5820-438D-8E2A-AF1BB821B4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3204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EACD34-42F1-4133-89EF-40CD354DE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A435510-7860-4C58-869E-1A0923349C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7451DFC-A749-4391-B509-A7B62D129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F15C4F4-18E9-4C29-B6EE-7136FF943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EBDB-0EFE-4065-A859-1A83BFA404E6}" type="datetimeFigureOut">
              <a:rPr lang="zh-TW" altLang="en-US" smtClean="0"/>
              <a:t>2021/11/19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AD5481C-5FEC-4032-8B3A-E170ABB23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65154BA-DE27-44D6-B220-5BE74430B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209B5-5820-438D-8E2A-AF1BB821B4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2850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BBDC24-874A-4BAB-ABE0-043D064D1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600BECE-7DA1-469D-B59C-CFAE68DA4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7B4955-E5E9-4AAB-AB77-9F8536E02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EBDB-0EFE-4065-A859-1A83BFA404E6}" type="datetimeFigureOut">
              <a:rPr lang="zh-TW" altLang="en-US" smtClean="0"/>
              <a:t>2021/11/19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3ADA32-66F1-4949-8DA7-3164D4D88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4E0125-630A-4790-9665-5ED9147A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209B5-5820-438D-8E2A-AF1BB821B4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959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7A93B09-6A30-4D67-8E82-ADBCB57E18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0D8B4E9-56E9-4CAF-9558-25F11B051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9767AE5-B02D-40D4-9C20-EAF3F154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EBDB-0EFE-4065-A859-1A83BFA404E6}" type="datetimeFigureOut">
              <a:rPr lang="zh-TW" altLang="en-US" smtClean="0"/>
              <a:t>2021/11/19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09AF48-CE21-4A3D-A238-C6F29B618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DC787C-C533-442F-9FE0-350D5CCE0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209B5-5820-438D-8E2A-AF1BB821B4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9417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37D5319-14C9-49A0-8428-A212428C4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920105-6899-4121-958E-1592831F4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CFA123-461C-4D16-BDCF-687EBA42F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1EBDB-0EFE-4065-A859-1A83BFA404E6}" type="datetimeFigureOut">
              <a:rPr lang="zh-TW" altLang="en-US" smtClean="0"/>
              <a:t>2021/11/19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6700B2-D83E-4830-9190-DE17A8F6E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006489-22D6-46E0-ACC3-B5D0C485B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209B5-5820-438D-8E2A-AF1BB821B4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111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文字方塊 49">
            <a:extLst>
              <a:ext uri="{FF2B5EF4-FFF2-40B4-BE49-F238E27FC236}">
                <a16:creationId xmlns:a16="http://schemas.microsoft.com/office/drawing/2014/main" id="{1FC44B1E-956B-4058-ADED-8676F1A62F05}"/>
              </a:ext>
            </a:extLst>
          </p:cNvPr>
          <p:cNvSpPr txBox="1"/>
          <p:nvPr/>
        </p:nvSpPr>
        <p:spPr>
          <a:xfrm>
            <a:off x="11320812" y="6253637"/>
            <a:ext cx="393192" cy="293522"/>
          </a:xfrm>
          <a:custGeom>
            <a:avLst/>
            <a:gdLst/>
            <a:ahLst/>
            <a:cxnLst/>
            <a:rect l="l" t="t" r="r" b="b"/>
            <a:pathLst>
              <a:path w="393192" h="293522">
                <a:moveTo>
                  <a:pt x="246888" y="0"/>
                </a:moveTo>
                <a:lnTo>
                  <a:pt x="393192" y="0"/>
                </a:lnTo>
                <a:cubicBezTo>
                  <a:pt x="393192" y="49987"/>
                  <a:pt x="383743" y="127406"/>
                  <a:pt x="364845" y="232257"/>
                </a:cubicBezTo>
                <a:lnTo>
                  <a:pt x="353873" y="293522"/>
                </a:lnTo>
                <a:lnTo>
                  <a:pt x="219456" y="293522"/>
                </a:lnTo>
                <a:lnTo>
                  <a:pt x="229514" y="232257"/>
                </a:lnTo>
                <a:cubicBezTo>
                  <a:pt x="233781" y="204825"/>
                  <a:pt x="237744" y="169164"/>
                  <a:pt x="241401" y="125273"/>
                </a:cubicBezTo>
                <a:cubicBezTo>
                  <a:pt x="245059" y="81381"/>
                  <a:pt x="246888" y="39624"/>
                  <a:pt x="246888" y="0"/>
                </a:cubicBezTo>
                <a:close/>
                <a:moveTo>
                  <a:pt x="27432" y="0"/>
                </a:moveTo>
                <a:lnTo>
                  <a:pt x="173736" y="0"/>
                </a:lnTo>
                <a:cubicBezTo>
                  <a:pt x="173736" y="49987"/>
                  <a:pt x="164287" y="127406"/>
                  <a:pt x="145389" y="232257"/>
                </a:cubicBezTo>
                <a:lnTo>
                  <a:pt x="134417" y="293522"/>
                </a:lnTo>
                <a:lnTo>
                  <a:pt x="0" y="293522"/>
                </a:lnTo>
                <a:lnTo>
                  <a:pt x="10058" y="232257"/>
                </a:lnTo>
                <a:cubicBezTo>
                  <a:pt x="14325" y="204825"/>
                  <a:pt x="18288" y="169164"/>
                  <a:pt x="21945" y="125273"/>
                </a:cubicBezTo>
                <a:cubicBezTo>
                  <a:pt x="25603" y="81381"/>
                  <a:pt x="27432" y="39624"/>
                  <a:pt x="27432" y="0"/>
                </a:cubicBezTo>
                <a:close/>
              </a:path>
            </a:pathLst>
          </a:custGeom>
          <a:solidFill>
            <a:srgbClr val="00FF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zh-CN" altLang="en-US" sz="7200" dirty="0">
              <a:solidFill>
                <a:srgbClr val="262626"/>
              </a:solidFill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E38106B7-1F96-4234-B04A-F7EE0552C02B}"/>
              </a:ext>
            </a:extLst>
          </p:cNvPr>
          <p:cNvSpPr txBox="1"/>
          <p:nvPr/>
        </p:nvSpPr>
        <p:spPr>
          <a:xfrm>
            <a:off x="730831" y="785445"/>
            <a:ext cx="27334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4000">
                <a:solidFill>
                  <a:srgbClr val="262626"/>
                </a:solidFill>
                <a:latin typeface="+mj-ea"/>
                <a:ea typeface="+mj-ea"/>
                <a:cs typeface="OPPOSans R" panose="00020600040101010101" pitchFamily="18" charset="-122"/>
              </a:defRPr>
            </a:lvl1pPr>
          </a:lstStyle>
          <a:p>
            <a:r>
              <a:rPr lang="en-US" altLang="zh-CN" dirty="0">
                <a:solidFill>
                  <a:srgbClr val="0007FF"/>
                </a:solidFill>
                <a:latin typeface="Noto Sans CJK TC Black"/>
                <a:ea typeface="Noto Sans CJK TC Black"/>
              </a:rPr>
              <a:t>SWOT</a:t>
            </a:r>
            <a:r>
              <a:rPr lang="zh-CN" altLang="en-US" dirty="0">
                <a:solidFill>
                  <a:srgbClr val="0007FF"/>
                </a:solidFill>
                <a:latin typeface="Noto Sans CJK TC Black"/>
                <a:ea typeface="Noto Sans CJK TC Black"/>
              </a:rPr>
              <a:t>分析</a:t>
            </a:r>
          </a:p>
        </p:txBody>
      </p:sp>
      <p:sp>
        <p:nvSpPr>
          <p:cNvPr id="52" name="橢圓 7">
            <a:extLst>
              <a:ext uri="{FF2B5EF4-FFF2-40B4-BE49-F238E27FC236}">
                <a16:creationId xmlns:a16="http://schemas.microsoft.com/office/drawing/2014/main" id="{9F914AD2-A485-43ED-BB14-D14C974BB8B0}"/>
              </a:ext>
            </a:extLst>
          </p:cNvPr>
          <p:cNvSpPr/>
          <p:nvPr/>
        </p:nvSpPr>
        <p:spPr>
          <a:xfrm>
            <a:off x="4374204" y="1963789"/>
            <a:ext cx="1799617" cy="1799617"/>
          </a:xfrm>
          <a:prstGeom prst="ellipse">
            <a:avLst/>
          </a:prstGeom>
          <a:solidFill>
            <a:srgbClr val="0007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等线" panose="020F0502020204030204"/>
            </a:endParaRPr>
          </a:p>
        </p:txBody>
      </p:sp>
      <p:sp>
        <p:nvSpPr>
          <p:cNvPr id="53" name="橢圓 6">
            <a:extLst>
              <a:ext uri="{FF2B5EF4-FFF2-40B4-BE49-F238E27FC236}">
                <a16:creationId xmlns:a16="http://schemas.microsoft.com/office/drawing/2014/main" id="{07371A62-D0B3-4599-ACCD-F5784A60B771}"/>
              </a:ext>
            </a:extLst>
          </p:cNvPr>
          <p:cNvSpPr/>
          <p:nvPr/>
        </p:nvSpPr>
        <p:spPr>
          <a:xfrm>
            <a:off x="6018178" y="1963789"/>
            <a:ext cx="1799617" cy="1799617"/>
          </a:xfrm>
          <a:prstGeom prst="ellipse">
            <a:avLst/>
          </a:prstGeom>
          <a:solidFill>
            <a:srgbClr val="0007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>
              <a:solidFill>
                <a:prstClr val="white"/>
              </a:solidFill>
              <a:latin typeface="等线" panose="020F0502020204030204"/>
            </a:endParaRPr>
          </a:p>
        </p:txBody>
      </p:sp>
      <p:sp>
        <p:nvSpPr>
          <p:cNvPr id="54" name="橢圓 5">
            <a:extLst>
              <a:ext uri="{FF2B5EF4-FFF2-40B4-BE49-F238E27FC236}">
                <a16:creationId xmlns:a16="http://schemas.microsoft.com/office/drawing/2014/main" id="{DAE54844-1B76-4599-8065-39CB57A26023}"/>
              </a:ext>
            </a:extLst>
          </p:cNvPr>
          <p:cNvSpPr/>
          <p:nvPr/>
        </p:nvSpPr>
        <p:spPr>
          <a:xfrm>
            <a:off x="4374204" y="3537272"/>
            <a:ext cx="1799617" cy="1799617"/>
          </a:xfrm>
          <a:prstGeom prst="ellipse">
            <a:avLst/>
          </a:prstGeom>
          <a:solidFill>
            <a:srgbClr val="0007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>
              <a:solidFill>
                <a:prstClr val="white"/>
              </a:solidFill>
              <a:latin typeface="等线" panose="020F0502020204030204"/>
            </a:endParaRPr>
          </a:p>
        </p:txBody>
      </p:sp>
      <p:sp>
        <p:nvSpPr>
          <p:cNvPr id="55" name="橢圓 4">
            <a:extLst>
              <a:ext uri="{FF2B5EF4-FFF2-40B4-BE49-F238E27FC236}">
                <a16:creationId xmlns:a16="http://schemas.microsoft.com/office/drawing/2014/main" id="{69377E71-6C10-46D3-8181-F24CAA894E9E}"/>
              </a:ext>
            </a:extLst>
          </p:cNvPr>
          <p:cNvSpPr/>
          <p:nvPr/>
        </p:nvSpPr>
        <p:spPr>
          <a:xfrm>
            <a:off x="6018178" y="3537272"/>
            <a:ext cx="1799617" cy="1799617"/>
          </a:xfrm>
          <a:prstGeom prst="ellipse">
            <a:avLst/>
          </a:prstGeom>
          <a:solidFill>
            <a:srgbClr val="0007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>
              <a:solidFill>
                <a:prstClr val="white"/>
              </a:solidFill>
              <a:latin typeface="等线" panose="020F0502020204030204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9E04805F-A0DD-4C8D-A3D8-A9F3EBDCDB66}"/>
              </a:ext>
            </a:extLst>
          </p:cNvPr>
          <p:cNvSpPr txBox="1"/>
          <p:nvPr/>
        </p:nvSpPr>
        <p:spPr>
          <a:xfrm>
            <a:off x="5040383" y="2523212"/>
            <a:ext cx="467258" cy="680770"/>
          </a:xfrm>
          <a:custGeom>
            <a:avLst/>
            <a:gdLst/>
            <a:ahLst/>
            <a:cxnLst/>
            <a:rect l="l" t="t" r="r" b="b"/>
            <a:pathLst>
              <a:path w="467258" h="680770">
                <a:moveTo>
                  <a:pt x="254203" y="0"/>
                </a:moveTo>
                <a:cubicBezTo>
                  <a:pt x="274625" y="0"/>
                  <a:pt x="294513" y="1600"/>
                  <a:pt x="313868" y="4800"/>
                </a:cubicBezTo>
                <a:cubicBezTo>
                  <a:pt x="333223" y="8001"/>
                  <a:pt x="351587" y="12725"/>
                  <a:pt x="368960" y="18973"/>
                </a:cubicBezTo>
                <a:cubicBezTo>
                  <a:pt x="386334" y="25222"/>
                  <a:pt x="402565" y="32689"/>
                  <a:pt x="417652" y="41376"/>
                </a:cubicBezTo>
                <a:cubicBezTo>
                  <a:pt x="432740" y="50063"/>
                  <a:pt x="446227" y="59893"/>
                  <a:pt x="458114" y="70866"/>
                </a:cubicBezTo>
                <a:lnTo>
                  <a:pt x="419710" y="142646"/>
                </a:lnTo>
                <a:cubicBezTo>
                  <a:pt x="415138" y="149961"/>
                  <a:pt x="410337" y="155448"/>
                  <a:pt x="405308" y="159105"/>
                </a:cubicBezTo>
                <a:cubicBezTo>
                  <a:pt x="400279" y="162763"/>
                  <a:pt x="393802" y="164592"/>
                  <a:pt x="385877" y="164592"/>
                </a:cubicBezTo>
                <a:cubicBezTo>
                  <a:pt x="378866" y="164592"/>
                  <a:pt x="371323" y="162382"/>
                  <a:pt x="363245" y="157962"/>
                </a:cubicBezTo>
                <a:cubicBezTo>
                  <a:pt x="355168" y="153543"/>
                  <a:pt x="346024" y="148590"/>
                  <a:pt x="335813" y="143103"/>
                </a:cubicBezTo>
                <a:cubicBezTo>
                  <a:pt x="325603" y="137617"/>
                  <a:pt x="313944" y="132664"/>
                  <a:pt x="300838" y="128244"/>
                </a:cubicBezTo>
                <a:cubicBezTo>
                  <a:pt x="287731" y="123825"/>
                  <a:pt x="272796" y="121615"/>
                  <a:pt x="256032" y="121615"/>
                </a:cubicBezTo>
                <a:cubicBezTo>
                  <a:pt x="227076" y="121615"/>
                  <a:pt x="205511" y="127787"/>
                  <a:pt x="191338" y="140131"/>
                </a:cubicBezTo>
                <a:cubicBezTo>
                  <a:pt x="177165" y="152476"/>
                  <a:pt x="170078" y="169164"/>
                  <a:pt x="170078" y="190195"/>
                </a:cubicBezTo>
                <a:cubicBezTo>
                  <a:pt x="170078" y="203606"/>
                  <a:pt x="174346" y="214731"/>
                  <a:pt x="182880" y="223570"/>
                </a:cubicBezTo>
                <a:cubicBezTo>
                  <a:pt x="191414" y="232410"/>
                  <a:pt x="202616" y="240030"/>
                  <a:pt x="216484" y="246430"/>
                </a:cubicBezTo>
                <a:cubicBezTo>
                  <a:pt x="230353" y="252831"/>
                  <a:pt x="246202" y="258699"/>
                  <a:pt x="264033" y="264033"/>
                </a:cubicBezTo>
                <a:cubicBezTo>
                  <a:pt x="281864" y="269367"/>
                  <a:pt x="300076" y="275310"/>
                  <a:pt x="318668" y="281863"/>
                </a:cubicBezTo>
                <a:cubicBezTo>
                  <a:pt x="337261" y="288417"/>
                  <a:pt x="355473" y="296113"/>
                  <a:pt x="373304" y="304952"/>
                </a:cubicBezTo>
                <a:cubicBezTo>
                  <a:pt x="391135" y="313791"/>
                  <a:pt x="406984" y="325069"/>
                  <a:pt x="420853" y="338785"/>
                </a:cubicBezTo>
                <a:cubicBezTo>
                  <a:pt x="434721" y="352501"/>
                  <a:pt x="445922" y="369189"/>
                  <a:pt x="454457" y="388848"/>
                </a:cubicBezTo>
                <a:cubicBezTo>
                  <a:pt x="462991" y="408508"/>
                  <a:pt x="467258" y="432206"/>
                  <a:pt x="467258" y="459943"/>
                </a:cubicBezTo>
                <a:cubicBezTo>
                  <a:pt x="467258" y="490728"/>
                  <a:pt x="461924" y="519531"/>
                  <a:pt x="451256" y="546354"/>
                </a:cubicBezTo>
                <a:cubicBezTo>
                  <a:pt x="440588" y="573176"/>
                  <a:pt x="425120" y="596569"/>
                  <a:pt x="404851" y="616534"/>
                </a:cubicBezTo>
                <a:cubicBezTo>
                  <a:pt x="384581" y="636498"/>
                  <a:pt x="359588" y="652195"/>
                  <a:pt x="329870" y="663625"/>
                </a:cubicBezTo>
                <a:cubicBezTo>
                  <a:pt x="300152" y="675055"/>
                  <a:pt x="266395" y="680770"/>
                  <a:pt x="228600" y="680770"/>
                </a:cubicBezTo>
                <a:cubicBezTo>
                  <a:pt x="207874" y="680770"/>
                  <a:pt x="186766" y="678637"/>
                  <a:pt x="165278" y="674370"/>
                </a:cubicBezTo>
                <a:cubicBezTo>
                  <a:pt x="143789" y="670102"/>
                  <a:pt x="122987" y="664083"/>
                  <a:pt x="102870" y="656310"/>
                </a:cubicBezTo>
                <a:cubicBezTo>
                  <a:pt x="82753" y="648538"/>
                  <a:pt x="63856" y="639318"/>
                  <a:pt x="46177" y="628650"/>
                </a:cubicBezTo>
                <a:cubicBezTo>
                  <a:pt x="28499" y="617982"/>
                  <a:pt x="13106" y="606094"/>
                  <a:pt x="0" y="592988"/>
                </a:cubicBezTo>
                <a:lnTo>
                  <a:pt x="45720" y="520750"/>
                </a:lnTo>
                <a:cubicBezTo>
                  <a:pt x="49073" y="515264"/>
                  <a:pt x="53797" y="510844"/>
                  <a:pt x="59893" y="507492"/>
                </a:cubicBezTo>
                <a:cubicBezTo>
                  <a:pt x="65989" y="504139"/>
                  <a:pt x="72542" y="502462"/>
                  <a:pt x="79553" y="502462"/>
                </a:cubicBezTo>
                <a:cubicBezTo>
                  <a:pt x="88697" y="502462"/>
                  <a:pt x="97917" y="505358"/>
                  <a:pt x="107213" y="511149"/>
                </a:cubicBezTo>
                <a:cubicBezTo>
                  <a:pt x="116510" y="516940"/>
                  <a:pt x="127025" y="523341"/>
                  <a:pt x="138760" y="530352"/>
                </a:cubicBezTo>
                <a:cubicBezTo>
                  <a:pt x="150495" y="537362"/>
                  <a:pt x="163982" y="543763"/>
                  <a:pt x="179222" y="549554"/>
                </a:cubicBezTo>
                <a:cubicBezTo>
                  <a:pt x="194462" y="555345"/>
                  <a:pt x="212446" y="558241"/>
                  <a:pt x="233172" y="558241"/>
                </a:cubicBezTo>
                <a:cubicBezTo>
                  <a:pt x="261214" y="558241"/>
                  <a:pt x="283007" y="552069"/>
                  <a:pt x="298552" y="539724"/>
                </a:cubicBezTo>
                <a:cubicBezTo>
                  <a:pt x="314096" y="527380"/>
                  <a:pt x="321869" y="507796"/>
                  <a:pt x="321869" y="480974"/>
                </a:cubicBezTo>
                <a:cubicBezTo>
                  <a:pt x="321869" y="465429"/>
                  <a:pt x="317602" y="452780"/>
                  <a:pt x="309067" y="443026"/>
                </a:cubicBezTo>
                <a:cubicBezTo>
                  <a:pt x="300533" y="433273"/>
                  <a:pt x="289331" y="425196"/>
                  <a:pt x="275463" y="418795"/>
                </a:cubicBezTo>
                <a:cubicBezTo>
                  <a:pt x="261595" y="412394"/>
                  <a:pt x="245821" y="406755"/>
                  <a:pt x="228143" y="401878"/>
                </a:cubicBezTo>
                <a:cubicBezTo>
                  <a:pt x="210464" y="397002"/>
                  <a:pt x="192329" y="391591"/>
                  <a:pt x="173736" y="385648"/>
                </a:cubicBezTo>
                <a:cubicBezTo>
                  <a:pt x="155143" y="379704"/>
                  <a:pt x="137008" y="372389"/>
                  <a:pt x="119329" y="363702"/>
                </a:cubicBezTo>
                <a:cubicBezTo>
                  <a:pt x="101651" y="355015"/>
                  <a:pt x="85877" y="343585"/>
                  <a:pt x="72009" y="329412"/>
                </a:cubicBezTo>
                <a:cubicBezTo>
                  <a:pt x="58141" y="315239"/>
                  <a:pt x="46939" y="297561"/>
                  <a:pt x="38405" y="276377"/>
                </a:cubicBezTo>
                <a:cubicBezTo>
                  <a:pt x="29870" y="255193"/>
                  <a:pt x="25603" y="229057"/>
                  <a:pt x="25603" y="197967"/>
                </a:cubicBezTo>
                <a:cubicBezTo>
                  <a:pt x="25603" y="172974"/>
                  <a:pt x="30632" y="148590"/>
                  <a:pt x="40691" y="124815"/>
                </a:cubicBezTo>
                <a:cubicBezTo>
                  <a:pt x="50749" y="101041"/>
                  <a:pt x="65532" y="79857"/>
                  <a:pt x="85039" y="61264"/>
                </a:cubicBezTo>
                <a:cubicBezTo>
                  <a:pt x="104546" y="42672"/>
                  <a:pt x="128473" y="27813"/>
                  <a:pt x="156820" y="16687"/>
                </a:cubicBezTo>
                <a:cubicBezTo>
                  <a:pt x="185166" y="5562"/>
                  <a:pt x="217627" y="0"/>
                  <a:pt x="254203" y="0"/>
                </a:cubicBezTo>
                <a:close/>
              </a:path>
            </a:pathLst>
          </a:custGeom>
          <a:solidFill>
            <a:prstClr val="white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zh-CN" altLang="en-US" sz="7200" dirty="0">
              <a:solidFill>
                <a:prstClr val="white"/>
              </a:solidFill>
              <a:latin typeface="Lato Black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763298B5-6EBF-4098-8B95-628D7F6D6859}"/>
              </a:ext>
            </a:extLst>
          </p:cNvPr>
          <p:cNvSpPr txBox="1"/>
          <p:nvPr/>
        </p:nvSpPr>
        <p:spPr>
          <a:xfrm>
            <a:off x="6432897" y="2530527"/>
            <a:ext cx="970179" cy="666140"/>
          </a:xfrm>
          <a:custGeom>
            <a:avLst/>
            <a:gdLst/>
            <a:ahLst/>
            <a:cxnLst/>
            <a:rect l="l" t="t" r="r" b="b"/>
            <a:pathLst>
              <a:path w="970179" h="666140">
                <a:moveTo>
                  <a:pt x="0" y="0"/>
                </a:moveTo>
                <a:lnTo>
                  <a:pt x="129845" y="0"/>
                </a:lnTo>
                <a:cubicBezTo>
                  <a:pt x="143256" y="0"/>
                  <a:pt x="154458" y="3048"/>
                  <a:pt x="163449" y="9144"/>
                </a:cubicBezTo>
                <a:cubicBezTo>
                  <a:pt x="172441" y="15240"/>
                  <a:pt x="178308" y="23317"/>
                  <a:pt x="181051" y="33375"/>
                </a:cubicBezTo>
                <a:lnTo>
                  <a:pt x="272491" y="380847"/>
                </a:lnTo>
                <a:cubicBezTo>
                  <a:pt x="275539" y="392125"/>
                  <a:pt x="278587" y="404165"/>
                  <a:pt x="281635" y="416966"/>
                </a:cubicBezTo>
                <a:cubicBezTo>
                  <a:pt x="284683" y="429768"/>
                  <a:pt x="286969" y="443179"/>
                  <a:pt x="288493" y="457200"/>
                </a:cubicBezTo>
                <a:cubicBezTo>
                  <a:pt x="291541" y="442874"/>
                  <a:pt x="294894" y="429387"/>
                  <a:pt x="298552" y="416738"/>
                </a:cubicBezTo>
                <a:cubicBezTo>
                  <a:pt x="302209" y="404088"/>
                  <a:pt x="305715" y="392125"/>
                  <a:pt x="309067" y="380847"/>
                </a:cubicBezTo>
                <a:lnTo>
                  <a:pt x="416967" y="33375"/>
                </a:lnTo>
                <a:cubicBezTo>
                  <a:pt x="419710" y="24841"/>
                  <a:pt x="425577" y="17145"/>
                  <a:pt x="434569" y="10287"/>
                </a:cubicBezTo>
                <a:cubicBezTo>
                  <a:pt x="443560" y="3429"/>
                  <a:pt x="454457" y="0"/>
                  <a:pt x="467259" y="0"/>
                </a:cubicBezTo>
                <a:lnTo>
                  <a:pt x="512979" y="0"/>
                </a:lnTo>
                <a:cubicBezTo>
                  <a:pt x="526390" y="0"/>
                  <a:pt x="537439" y="2972"/>
                  <a:pt x="546126" y="8915"/>
                </a:cubicBezTo>
                <a:cubicBezTo>
                  <a:pt x="554812" y="14859"/>
                  <a:pt x="560832" y="23012"/>
                  <a:pt x="564185" y="33375"/>
                </a:cubicBezTo>
                <a:lnTo>
                  <a:pt x="671170" y="380847"/>
                </a:lnTo>
                <a:cubicBezTo>
                  <a:pt x="674523" y="391515"/>
                  <a:pt x="678028" y="402869"/>
                  <a:pt x="681685" y="414909"/>
                </a:cubicBezTo>
                <a:cubicBezTo>
                  <a:pt x="685343" y="426948"/>
                  <a:pt x="688543" y="439826"/>
                  <a:pt x="691287" y="453542"/>
                </a:cubicBezTo>
                <a:cubicBezTo>
                  <a:pt x="693725" y="440131"/>
                  <a:pt x="696240" y="427329"/>
                  <a:pt x="698830" y="415137"/>
                </a:cubicBezTo>
                <a:cubicBezTo>
                  <a:pt x="701421" y="402945"/>
                  <a:pt x="704088" y="391515"/>
                  <a:pt x="706831" y="380847"/>
                </a:cubicBezTo>
                <a:lnTo>
                  <a:pt x="798271" y="33375"/>
                </a:lnTo>
                <a:cubicBezTo>
                  <a:pt x="800710" y="24536"/>
                  <a:pt x="806501" y="16764"/>
                  <a:pt x="815645" y="10058"/>
                </a:cubicBezTo>
                <a:cubicBezTo>
                  <a:pt x="824789" y="3353"/>
                  <a:pt x="835762" y="0"/>
                  <a:pt x="848563" y="0"/>
                </a:cubicBezTo>
                <a:lnTo>
                  <a:pt x="970179" y="0"/>
                </a:lnTo>
                <a:lnTo>
                  <a:pt x="764439" y="666140"/>
                </a:lnTo>
                <a:lnTo>
                  <a:pt x="624535" y="666140"/>
                </a:lnTo>
                <a:lnTo>
                  <a:pt x="499263" y="253289"/>
                </a:lnTo>
                <a:cubicBezTo>
                  <a:pt x="497129" y="246888"/>
                  <a:pt x="494919" y="239877"/>
                  <a:pt x="492633" y="232257"/>
                </a:cubicBezTo>
                <a:cubicBezTo>
                  <a:pt x="490347" y="224637"/>
                  <a:pt x="488137" y="216560"/>
                  <a:pt x="486004" y="208026"/>
                </a:cubicBezTo>
                <a:cubicBezTo>
                  <a:pt x="483870" y="216560"/>
                  <a:pt x="481660" y="224637"/>
                  <a:pt x="479374" y="232257"/>
                </a:cubicBezTo>
                <a:cubicBezTo>
                  <a:pt x="477088" y="239877"/>
                  <a:pt x="474879" y="246888"/>
                  <a:pt x="472745" y="253289"/>
                </a:cubicBezTo>
                <a:lnTo>
                  <a:pt x="345643" y="666140"/>
                </a:lnTo>
                <a:lnTo>
                  <a:pt x="205740" y="666140"/>
                </a:lnTo>
                <a:close/>
              </a:path>
            </a:pathLst>
          </a:custGeom>
          <a:solidFill>
            <a:prstClr val="white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zh-CN" altLang="en-US" sz="7200" dirty="0">
              <a:solidFill>
                <a:prstClr val="white"/>
              </a:solidFill>
              <a:latin typeface="Lato Black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99F949EA-7A4E-4FAE-A7A7-26877E7BAB4D}"/>
              </a:ext>
            </a:extLst>
          </p:cNvPr>
          <p:cNvSpPr txBox="1"/>
          <p:nvPr/>
        </p:nvSpPr>
        <p:spPr>
          <a:xfrm>
            <a:off x="4927912" y="4096695"/>
            <a:ext cx="692201" cy="680770"/>
          </a:xfrm>
          <a:custGeom>
            <a:avLst/>
            <a:gdLst/>
            <a:ahLst/>
            <a:cxnLst/>
            <a:rect l="l" t="t" r="r" b="b"/>
            <a:pathLst>
              <a:path w="692201" h="680770">
                <a:moveTo>
                  <a:pt x="346558" y="127558"/>
                </a:moveTo>
                <a:cubicBezTo>
                  <a:pt x="316687" y="127558"/>
                  <a:pt x="290093" y="132435"/>
                  <a:pt x="266776" y="142189"/>
                </a:cubicBezTo>
                <a:cubicBezTo>
                  <a:pt x="243459" y="151942"/>
                  <a:pt x="223799" y="165963"/>
                  <a:pt x="207797" y="184251"/>
                </a:cubicBezTo>
                <a:cubicBezTo>
                  <a:pt x="191795" y="202539"/>
                  <a:pt x="179527" y="224866"/>
                  <a:pt x="170993" y="251231"/>
                </a:cubicBezTo>
                <a:cubicBezTo>
                  <a:pt x="162458" y="277596"/>
                  <a:pt x="158191" y="307238"/>
                  <a:pt x="158191" y="340156"/>
                </a:cubicBezTo>
                <a:cubicBezTo>
                  <a:pt x="158191" y="373380"/>
                  <a:pt x="162458" y="403174"/>
                  <a:pt x="170993" y="429539"/>
                </a:cubicBezTo>
                <a:cubicBezTo>
                  <a:pt x="179527" y="455904"/>
                  <a:pt x="191795" y="478231"/>
                  <a:pt x="207797" y="496519"/>
                </a:cubicBezTo>
                <a:cubicBezTo>
                  <a:pt x="223799" y="514807"/>
                  <a:pt x="243459" y="528751"/>
                  <a:pt x="266776" y="538353"/>
                </a:cubicBezTo>
                <a:cubicBezTo>
                  <a:pt x="290093" y="547954"/>
                  <a:pt x="316687" y="552754"/>
                  <a:pt x="346558" y="552754"/>
                </a:cubicBezTo>
                <a:cubicBezTo>
                  <a:pt x="376123" y="552754"/>
                  <a:pt x="402488" y="547954"/>
                  <a:pt x="425653" y="538353"/>
                </a:cubicBezTo>
                <a:cubicBezTo>
                  <a:pt x="448818" y="528751"/>
                  <a:pt x="468401" y="514807"/>
                  <a:pt x="484403" y="496519"/>
                </a:cubicBezTo>
                <a:cubicBezTo>
                  <a:pt x="500405" y="478231"/>
                  <a:pt x="512674" y="455904"/>
                  <a:pt x="521208" y="429539"/>
                </a:cubicBezTo>
                <a:cubicBezTo>
                  <a:pt x="529742" y="403174"/>
                  <a:pt x="534010" y="373380"/>
                  <a:pt x="534010" y="340156"/>
                </a:cubicBezTo>
                <a:cubicBezTo>
                  <a:pt x="534010" y="307238"/>
                  <a:pt x="529742" y="277596"/>
                  <a:pt x="521208" y="251231"/>
                </a:cubicBezTo>
                <a:cubicBezTo>
                  <a:pt x="512674" y="224866"/>
                  <a:pt x="500405" y="202539"/>
                  <a:pt x="484403" y="184251"/>
                </a:cubicBezTo>
                <a:cubicBezTo>
                  <a:pt x="468401" y="165963"/>
                  <a:pt x="448818" y="151942"/>
                  <a:pt x="425653" y="142189"/>
                </a:cubicBezTo>
                <a:cubicBezTo>
                  <a:pt x="402488" y="132435"/>
                  <a:pt x="376123" y="127558"/>
                  <a:pt x="346558" y="127558"/>
                </a:cubicBezTo>
                <a:close/>
                <a:moveTo>
                  <a:pt x="346558" y="0"/>
                </a:moveTo>
                <a:cubicBezTo>
                  <a:pt x="398374" y="0"/>
                  <a:pt x="445541" y="8762"/>
                  <a:pt x="488061" y="26289"/>
                </a:cubicBezTo>
                <a:cubicBezTo>
                  <a:pt x="530581" y="43815"/>
                  <a:pt x="566928" y="67818"/>
                  <a:pt x="597103" y="98298"/>
                </a:cubicBezTo>
                <a:cubicBezTo>
                  <a:pt x="627278" y="128778"/>
                  <a:pt x="650672" y="164744"/>
                  <a:pt x="667283" y="206197"/>
                </a:cubicBezTo>
                <a:cubicBezTo>
                  <a:pt x="683895" y="247650"/>
                  <a:pt x="692201" y="292303"/>
                  <a:pt x="692201" y="340156"/>
                </a:cubicBezTo>
                <a:cubicBezTo>
                  <a:pt x="692201" y="388315"/>
                  <a:pt x="683895" y="433120"/>
                  <a:pt x="667283" y="474573"/>
                </a:cubicBezTo>
                <a:cubicBezTo>
                  <a:pt x="650672" y="516026"/>
                  <a:pt x="627278" y="552069"/>
                  <a:pt x="597103" y="582701"/>
                </a:cubicBezTo>
                <a:cubicBezTo>
                  <a:pt x="566928" y="613333"/>
                  <a:pt x="530581" y="637336"/>
                  <a:pt x="488061" y="654710"/>
                </a:cubicBezTo>
                <a:cubicBezTo>
                  <a:pt x="445541" y="672084"/>
                  <a:pt x="398374" y="680770"/>
                  <a:pt x="346558" y="680770"/>
                </a:cubicBezTo>
                <a:cubicBezTo>
                  <a:pt x="294742" y="680770"/>
                  <a:pt x="247498" y="672084"/>
                  <a:pt x="204826" y="654710"/>
                </a:cubicBezTo>
                <a:cubicBezTo>
                  <a:pt x="162154" y="637336"/>
                  <a:pt x="125654" y="613333"/>
                  <a:pt x="95326" y="582701"/>
                </a:cubicBezTo>
                <a:cubicBezTo>
                  <a:pt x="64999" y="552069"/>
                  <a:pt x="41529" y="516026"/>
                  <a:pt x="24917" y="474573"/>
                </a:cubicBezTo>
                <a:cubicBezTo>
                  <a:pt x="8306" y="433120"/>
                  <a:pt x="0" y="388315"/>
                  <a:pt x="0" y="340156"/>
                </a:cubicBezTo>
                <a:cubicBezTo>
                  <a:pt x="0" y="291998"/>
                  <a:pt x="8306" y="247192"/>
                  <a:pt x="24917" y="205740"/>
                </a:cubicBezTo>
                <a:cubicBezTo>
                  <a:pt x="41529" y="164287"/>
                  <a:pt x="64999" y="128320"/>
                  <a:pt x="95326" y="97840"/>
                </a:cubicBezTo>
                <a:cubicBezTo>
                  <a:pt x="125654" y="67360"/>
                  <a:pt x="162154" y="43434"/>
                  <a:pt x="204826" y="26060"/>
                </a:cubicBezTo>
                <a:cubicBezTo>
                  <a:pt x="247498" y="8686"/>
                  <a:pt x="294742" y="0"/>
                  <a:pt x="346558" y="0"/>
                </a:cubicBezTo>
                <a:close/>
              </a:path>
            </a:pathLst>
          </a:custGeom>
          <a:solidFill>
            <a:prstClr val="white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zh-CN" altLang="en-US" sz="7200" dirty="0">
              <a:solidFill>
                <a:prstClr val="white"/>
              </a:solidFill>
              <a:latin typeface="Lato Black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C61FEEB1-069B-40C7-BA77-06580E2C3A62}"/>
              </a:ext>
            </a:extLst>
          </p:cNvPr>
          <p:cNvSpPr txBox="1"/>
          <p:nvPr/>
        </p:nvSpPr>
        <p:spPr>
          <a:xfrm>
            <a:off x="6653267" y="4104010"/>
            <a:ext cx="529438" cy="666140"/>
          </a:xfrm>
          <a:custGeom>
            <a:avLst/>
            <a:gdLst/>
            <a:ahLst/>
            <a:cxnLst/>
            <a:rect l="l" t="t" r="r" b="b"/>
            <a:pathLst>
              <a:path w="529438" h="666140">
                <a:moveTo>
                  <a:pt x="0" y="0"/>
                </a:moveTo>
                <a:lnTo>
                  <a:pt x="529438" y="0"/>
                </a:lnTo>
                <a:lnTo>
                  <a:pt x="529438" y="122529"/>
                </a:lnTo>
                <a:lnTo>
                  <a:pt x="341986" y="122529"/>
                </a:lnTo>
                <a:lnTo>
                  <a:pt x="341986" y="666140"/>
                </a:lnTo>
                <a:lnTo>
                  <a:pt x="187452" y="666140"/>
                </a:lnTo>
                <a:lnTo>
                  <a:pt x="187452" y="122529"/>
                </a:lnTo>
                <a:lnTo>
                  <a:pt x="0" y="122529"/>
                </a:lnTo>
                <a:close/>
              </a:path>
            </a:pathLst>
          </a:custGeom>
          <a:solidFill>
            <a:prstClr val="white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zh-CN" altLang="en-US" sz="7200" dirty="0">
              <a:solidFill>
                <a:prstClr val="white"/>
              </a:solidFill>
              <a:latin typeface="Lato Black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60" name="文字方塊 7">
            <a:extLst>
              <a:ext uri="{FF2B5EF4-FFF2-40B4-BE49-F238E27FC236}">
                <a16:creationId xmlns:a16="http://schemas.microsoft.com/office/drawing/2014/main" id="{34F77C04-9C37-450B-AE5B-08CD834B57BE}"/>
              </a:ext>
            </a:extLst>
          </p:cNvPr>
          <p:cNvSpPr txBox="1"/>
          <p:nvPr/>
        </p:nvSpPr>
        <p:spPr>
          <a:xfrm>
            <a:off x="796517" y="195509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FE2A00"/>
                </a:solidFill>
                <a:latin typeface="Noto Sans CJK TC Regular"/>
                <a:ea typeface="Noto Sans CJK TC Regular"/>
                <a:cs typeface="OPPOSans R" panose="00020600040101010101" pitchFamily="18" charset="-122"/>
              </a:rPr>
              <a:t>優勢</a:t>
            </a:r>
          </a:p>
        </p:txBody>
      </p:sp>
      <p:sp>
        <p:nvSpPr>
          <p:cNvPr id="61" name="文字方塊 8">
            <a:extLst>
              <a:ext uri="{FF2B5EF4-FFF2-40B4-BE49-F238E27FC236}">
                <a16:creationId xmlns:a16="http://schemas.microsoft.com/office/drawing/2014/main" id="{5404F78A-45F6-4E2F-9538-69D30BB38165}"/>
              </a:ext>
            </a:extLst>
          </p:cNvPr>
          <p:cNvSpPr txBox="1"/>
          <p:nvPr/>
        </p:nvSpPr>
        <p:spPr>
          <a:xfrm>
            <a:off x="838852" y="2416865"/>
            <a:ext cx="3088441" cy="117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200" dirty="0"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altLang="zh-CN" sz="1200" dirty="0" err="1"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urna</a:t>
            </a:r>
            <a:r>
              <a:rPr lang="en-US" altLang="zh-CN" sz="1200" dirty="0"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.</a:t>
            </a:r>
          </a:p>
        </p:txBody>
      </p:sp>
      <p:sp>
        <p:nvSpPr>
          <p:cNvPr id="62" name="文字方塊 9">
            <a:extLst>
              <a:ext uri="{FF2B5EF4-FFF2-40B4-BE49-F238E27FC236}">
                <a16:creationId xmlns:a16="http://schemas.microsoft.com/office/drawing/2014/main" id="{7D6B0763-0E9A-4C33-80CD-773052A948B0}"/>
              </a:ext>
            </a:extLst>
          </p:cNvPr>
          <p:cNvSpPr txBox="1"/>
          <p:nvPr/>
        </p:nvSpPr>
        <p:spPr>
          <a:xfrm>
            <a:off x="796517" y="398658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FE2A00"/>
                </a:solidFill>
                <a:latin typeface="Noto Sans CJK TC Regular"/>
                <a:ea typeface="Noto Sans CJK TC Regular"/>
                <a:cs typeface="OPPOSans R" panose="00020600040101010101" pitchFamily="18" charset="-122"/>
              </a:rPr>
              <a:t>機會</a:t>
            </a:r>
          </a:p>
        </p:txBody>
      </p:sp>
      <p:sp>
        <p:nvSpPr>
          <p:cNvPr id="63" name="文字方塊 10">
            <a:extLst>
              <a:ext uri="{FF2B5EF4-FFF2-40B4-BE49-F238E27FC236}">
                <a16:creationId xmlns:a16="http://schemas.microsoft.com/office/drawing/2014/main" id="{867056DA-8802-4D76-9790-86F69D77BFE6}"/>
              </a:ext>
            </a:extLst>
          </p:cNvPr>
          <p:cNvSpPr txBox="1"/>
          <p:nvPr/>
        </p:nvSpPr>
        <p:spPr>
          <a:xfrm>
            <a:off x="838852" y="4448353"/>
            <a:ext cx="3088441" cy="117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200" dirty="0"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altLang="zh-CN" sz="1200" dirty="0" err="1"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urna</a:t>
            </a:r>
            <a:r>
              <a:rPr lang="en-US" altLang="zh-CN" sz="1200" dirty="0"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.</a:t>
            </a:r>
          </a:p>
        </p:txBody>
      </p:sp>
      <p:sp>
        <p:nvSpPr>
          <p:cNvPr id="64" name="文字方塊 11">
            <a:extLst>
              <a:ext uri="{FF2B5EF4-FFF2-40B4-BE49-F238E27FC236}">
                <a16:creationId xmlns:a16="http://schemas.microsoft.com/office/drawing/2014/main" id="{B32EA683-02E2-4A04-ABD6-4817FC9136D2}"/>
              </a:ext>
            </a:extLst>
          </p:cNvPr>
          <p:cNvSpPr txBox="1"/>
          <p:nvPr/>
        </p:nvSpPr>
        <p:spPr>
          <a:xfrm>
            <a:off x="8173832" y="195509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FE2A00"/>
                </a:solidFill>
                <a:latin typeface="Noto Sans CJK TC Regular"/>
                <a:ea typeface="Noto Sans CJK TC Regular"/>
                <a:cs typeface="OPPOSans R" panose="00020600040101010101" pitchFamily="18" charset="-122"/>
              </a:rPr>
              <a:t>劣勢</a:t>
            </a:r>
          </a:p>
        </p:txBody>
      </p:sp>
      <p:sp>
        <p:nvSpPr>
          <p:cNvPr id="65" name="文字方塊 12">
            <a:extLst>
              <a:ext uri="{FF2B5EF4-FFF2-40B4-BE49-F238E27FC236}">
                <a16:creationId xmlns:a16="http://schemas.microsoft.com/office/drawing/2014/main" id="{4E1A9E95-505C-48CB-8708-47650A26AE7A}"/>
              </a:ext>
            </a:extLst>
          </p:cNvPr>
          <p:cNvSpPr txBox="1"/>
          <p:nvPr/>
        </p:nvSpPr>
        <p:spPr>
          <a:xfrm>
            <a:off x="8216167" y="2416865"/>
            <a:ext cx="3088441" cy="117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200" dirty="0"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altLang="zh-CN" sz="1200" dirty="0" err="1"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urna</a:t>
            </a:r>
            <a:r>
              <a:rPr lang="en-US" altLang="zh-CN" sz="1200" dirty="0"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.</a:t>
            </a:r>
          </a:p>
        </p:txBody>
      </p:sp>
      <p:sp>
        <p:nvSpPr>
          <p:cNvPr id="66" name="文字方塊 13">
            <a:extLst>
              <a:ext uri="{FF2B5EF4-FFF2-40B4-BE49-F238E27FC236}">
                <a16:creationId xmlns:a16="http://schemas.microsoft.com/office/drawing/2014/main" id="{89A670D0-965F-42F2-B1FE-3FF6C191E16A}"/>
              </a:ext>
            </a:extLst>
          </p:cNvPr>
          <p:cNvSpPr txBox="1"/>
          <p:nvPr/>
        </p:nvSpPr>
        <p:spPr>
          <a:xfrm>
            <a:off x="8173832" y="398658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FE2A00"/>
                </a:solidFill>
                <a:latin typeface="Noto Sans CJK TC Regular"/>
                <a:ea typeface="Noto Sans CJK TC Regular"/>
                <a:cs typeface="OPPOSans R" panose="00020600040101010101" pitchFamily="18" charset="-122"/>
              </a:rPr>
              <a:t>威脅</a:t>
            </a:r>
          </a:p>
        </p:txBody>
      </p:sp>
      <p:sp>
        <p:nvSpPr>
          <p:cNvPr id="67" name="文字方塊 14">
            <a:extLst>
              <a:ext uri="{FF2B5EF4-FFF2-40B4-BE49-F238E27FC236}">
                <a16:creationId xmlns:a16="http://schemas.microsoft.com/office/drawing/2014/main" id="{61943277-34F1-4EA3-861B-CAFAE84F3508}"/>
              </a:ext>
            </a:extLst>
          </p:cNvPr>
          <p:cNvSpPr txBox="1"/>
          <p:nvPr/>
        </p:nvSpPr>
        <p:spPr>
          <a:xfrm>
            <a:off x="8216167" y="4448353"/>
            <a:ext cx="3088441" cy="117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200" dirty="0"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altLang="zh-CN" sz="1200" dirty="0" err="1"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urna</a:t>
            </a:r>
            <a:r>
              <a:rPr lang="en-US" altLang="zh-CN" sz="1200" dirty="0"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.</a:t>
            </a:r>
          </a:p>
        </p:txBody>
      </p:sp>
      <p:sp>
        <p:nvSpPr>
          <p:cNvPr id="68" name="橢圓 3">
            <a:extLst>
              <a:ext uri="{FF2B5EF4-FFF2-40B4-BE49-F238E27FC236}">
                <a16:creationId xmlns:a16="http://schemas.microsoft.com/office/drawing/2014/main" id="{01086D10-3A06-4A61-B727-E30C68E20654}"/>
              </a:ext>
            </a:extLst>
          </p:cNvPr>
          <p:cNvSpPr/>
          <p:nvPr/>
        </p:nvSpPr>
        <p:spPr>
          <a:xfrm>
            <a:off x="11384755" y="290563"/>
            <a:ext cx="112337" cy="112337"/>
          </a:xfrm>
          <a:prstGeom prst="ellipse">
            <a:avLst/>
          </a:prstGeom>
          <a:solidFill>
            <a:srgbClr val="FFFF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等线" panose="020F0502020204030204"/>
            </a:endParaRPr>
          </a:p>
        </p:txBody>
      </p:sp>
      <p:sp>
        <p:nvSpPr>
          <p:cNvPr id="69" name="橢圓 2">
            <a:extLst>
              <a:ext uri="{FF2B5EF4-FFF2-40B4-BE49-F238E27FC236}">
                <a16:creationId xmlns:a16="http://schemas.microsoft.com/office/drawing/2014/main" id="{705C1C18-0590-462D-9D0A-B2AD10C67F5D}"/>
              </a:ext>
            </a:extLst>
          </p:cNvPr>
          <p:cNvSpPr/>
          <p:nvPr/>
        </p:nvSpPr>
        <p:spPr>
          <a:xfrm>
            <a:off x="11563793" y="290563"/>
            <a:ext cx="112337" cy="112337"/>
          </a:xfrm>
          <a:prstGeom prst="ellipse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black">
                  <a:lumMod val="85000"/>
                  <a:lumOff val="15000"/>
                </a:prstClr>
              </a:solidFill>
              <a:latin typeface="等线" panose="020F0502020204030204"/>
            </a:endParaRPr>
          </a:p>
        </p:txBody>
      </p:sp>
      <p:sp>
        <p:nvSpPr>
          <p:cNvPr id="70" name="橢圓 1">
            <a:extLst>
              <a:ext uri="{FF2B5EF4-FFF2-40B4-BE49-F238E27FC236}">
                <a16:creationId xmlns:a16="http://schemas.microsoft.com/office/drawing/2014/main" id="{D432EF72-EFD5-44A9-ACE0-7C791E2237F1}"/>
              </a:ext>
            </a:extLst>
          </p:cNvPr>
          <p:cNvSpPr/>
          <p:nvPr/>
        </p:nvSpPr>
        <p:spPr>
          <a:xfrm>
            <a:off x="11742831" y="290563"/>
            <a:ext cx="112337" cy="112337"/>
          </a:xfrm>
          <a:prstGeom prst="ellips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等线" panose="020F0502020204030204"/>
            </a:endParaRPr>
          </a:p>
        </p:txBody>
      </p:sp>
      <p:sp>
        <p:nvSpPr>
          <p:cNvPr id="71" name="文字方塊 13">
            <a:extLst>
              <a:ext uri="{FF2B5EF4-FFF2-40B4-BE49-F238E27FC236}">
                <a16:creationId xmlns:a16="http://schemas.microsoft.com/office/drawing/2014/main" id="{D4B0383A-CAD3-4EB4-B59D-26EC85217DD2}"/>
              </a:ext>
            </a:extLst>
          </p:cNvPr>
          <p:cNvSpPr txBox="1"/>
          <p:nvPr/>
        </p:nvSpPr>
        <p:spPr>
          <a:xfrm>
            <a:off x="261274" y="6372059"/>
            <a:ext cx="1923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prstClr val="black">
                    <a:alpha val="40000"/>
                  </a:prstClr>
                </a:solidFill>
                <a:latin typeface="Noto Sans CJK TC Regular"/>
                <a:ea typeface="Noto Sans CJK TC Regular"/>
                <a:cs typeface="OPPOSans R" panose="00020600040101010101" pitchFamily="18" charset="-122"/>
              </a:rPr>
              <a:t>* </a:t>
            </a:r>
            <a:r>
              <a:rPr lang="zh-TW" altLang="en-US" sz="1400" dirty="0">
                <a:solidFill>
                  <a:prstClr val="black">
                    <a:alpha val="40000"/>
                  </a:prstClr>
                </a:solidFill>
                <a:latin typeface="Noto Sans CJK TC Regular"/>
                <a:ea typeface="Noto Sans CJK TC Regular"/>
                <a:cs typeface="OPPOSans R" panose="00020600040101010101" pitchFamily="18" charset="-122"/>
              </a:rPr>
              <a:t>請適當調整本頁配色</a:t>
            </a:r>
            <a:endParaRPr lang="zh-CN" altLang="en-US" sz="1400" dirty="0">
              <a:solidFill>
                <a:prstClr val="black">
                  <a:alpha val="40000"/>
                </a:prstClr>
              </a:solidFill>
              <a:latin typeface="Noto Sans CJK TC Regular"/>
              <a:ea typeface="Noto Sans CJK TC Regular"/>
              <a:cs typeface="OPPOSans R" panose="00020600040101010101" pitchFamily="18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0092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Oval 17">
            <a:extLst>
              <a:ext uri="{FF2B5EF4-FFF2-40B4-BE49-F238E27FC236}">
                <a16:creationId xmlns:a16="http://schemas.microsoft.com/office/drawing/2014/main" id="{3CDB40A8-ECBB-4896-9385-C4CE0AE6CE4F}"/>
              </a:ext>
            </a:extLst>
          </p:cNvPr>
          <p:cNvSpPr/>
          <p:nvPr/>
        </p:nvSpPr>
        <p:spPr>
          <a:xfrm>
            <a:off x="5513853" y="2755073"/>
            <a:ext cx="1164297" cy="1164297"/>
          </a:xfrm>
          <a:prstGeom prst="ellipse">
            <a:avLst/>
          </a:prstGeom>
          <a:noFill/>
          <a:ln w="25400" cap="flat" cmpd="sng" algn="ctr">
            <a:solidFill>
              <a:srgbClr val="00FF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19" name="Isosceles Triangle 26">
            <a:extLst>
              <a:ext uri="{FF2B5EF4-FFF2-40B4-BE49-F238E27FC236}">
                <a16:creationId xmlns:a16="http://schemas.microsoft.com/office/drawing/2014/main" id="{8BBED7E1-6140-45B7-8F5D-8F576E8C1759}"/>
              </a:ext>
            </a:extLst>
          </p:cNvPr>
          <p:cNvSpPr/>
          <p:nvPr/>
        </p:nvSpPr>
        <p:spPr>
          <a:xfrm rot="10800000">
            <a:off x="5486827" y="2977886"/>
            <a:ext cx="1218348" cy="1050300"/>
          </a:xfrm>
          <a:prstGeom prst="triangle">
            <a:avLst/>
          </a:prstGeom>
          <a:solidFill>
            <a:srgbClr val="00FF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endParaRPr lang="tr-TR" sz="900" kern="0">
              <a:solidFill>
                <a:sysClr val="windowText" lastClr="000000"/>
              </a:solidFill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20" name="TextBox 51">
            <a:extLst>
              <a:ext uri="{FF2B5EF4-FFF2-40B4-BE49-F238E27FC236}">
                <a16:creationId xmlns:a16="http://schemas.microsoft.com/office/drawing/2014/main" id="{F45BA534-5F87-4BF2-A0C5-2AE602FED219}"/>
              </a:ext>
            </a:extLst>
          </p:cNvPr>
          <p:cNvSpPr txBox="1"/>
          <p:nvPr/>
        </p:nvSpPr>
        <p:spPr>
          <a:xfrm>
            <a:off x="5716834" y="4207449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tr-TR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CAMERA</a:t>
            </a:r>
          </a:p>
        </p:txBody>
      </p:sp>
      <p:sp>
        <p:nvSpPr>
          <p:cNvPr id="121" name="Shape 937">
            <a:extLst>
              <a:ext uri="{FF2B5EF4-FFF2-40B4-BE49-F238E27FC236}">
                <a16:creationId xmlns:a16="http://schemas.microsoft.com/office/drawing/2014/main" id="{98A8D362-B397-4A15-898B-25292193BE4E}"/>
              </a:ext>
            </a:extLst>
          </p:cNvPr>
          <p:cNvSpPr/>
          <p:nvPr/>
        </p:nvSpPr>
        <p:spPr>
          <a:xfrm>
            <a:off x="5948774" y="3186874"/>
            <a:ext cx="322546" cy="2869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6" h="21471" extrusionOk="0">
                <a:moveTo>
                  <a:pt x="2906" y="19280"/>
                </a:moveTo>
                <a:cubicBezTo>
                  <a:pt x="2683" y="19534"/>
                  <a:pt x="2683" y="19946"/>
                  <a:pt x="2906" y="20200"/>
                </a:cubicBezTo>
                <a:lnTo>
                  <a:pt x="3930" y="21326"/>
                </a:lnTo>
                <a:cubicBezTo>
                  <a:pt x="4154" y="21580"/>
                  <a:pt x="4510" y="21473"/>
                  <a:pt x="4734" y="21220"/>
                </a:cubicBezTo>
                <a:lnTo>
                  <a:pt x="10017" y="15372"/>
                </a:lnTo>
                <a:lnTo>
                  <a:pt x="8398" y="13299"/>
                </a:lnTo>
                <a:cubicBezTo>
                  <a:pt x="8398" y="13299"/>
                  <a:pt x="2906" y="19280"/>
                  <a:pt x="2906" y="19280"/>
                </a:cubicBezTo>
                <a:close/>
                <a:moveTo>
                  <a:pt x="21387" y="2723"/>
                </a:moveTo>
                <a:cubicBezTo>
                  <a:pt x="21307" y="2125"/>
                  <a:pt x="21031" y="2252"/>
                  <a:pt x="20888" y="2505"/>
                </a:cubicBezTo>
                <a:cubicBezTo>
                  <a:pt x="20746" y="2758"/>
                  <a:pt x="20111" y="3840"/>
                  <a:pt x="19852" y="4329"/>
                </a:cubicBezTo>
                <a:cubicBezTo>
                  <a:pt x="19593" y="4815"/>
                  <a:pt x="18956" y="5772"/>
                  <a:pt x="17770" y="4826"/>
                </a:cubicBezTo>
                <a:cubicBezTo>
                  <a:pt x="16533" y="3843"/>
                  <a:pt x="16963" y="3157"/>
                  <a:pt x="17179" y="2694"/>
                </a:cubicBezTo>
                <a:cubicBezTo>
                  <a:pt x="17395" y="2232"/>
                  <a:pt x="18059" y="931"/>
                  <a:pt x="18155" y="768"/>
                </a:cubicBezTo>
                <a:cubicBezTo>
                  <a:pt x="18251" y="605"/>
                  <a:pt x="18139" y="129"/>
                  <a:pt x="17756" y="329"/>
                </a:cubicBezTo>
                <a:cubicBezTo>
                  <a:pt x="17372" y="527"/>
                  <a:pt x="15039" y="1572"/>
                  <a:pt x="14715" y="3066"/>
                </a:cubicBezTo>
                <a:cubicBezTo>
                  <a:pt x="14386" y="4590"/>
                  <a:pt x="14993" y="5950"/>
                  <a:pt x="13800" y="7301"/>
                </a:cubicBezTo>
                <a:lnTo>
                  <a:pt x="12355" y="8998"/>
                </a:lnTo>
                <a:lnTo>
                  <a:pt x="13806" y="10898"/>
                </a:lnTo>
                <a:lnTo>
                  <a:pt x="15589" y="8995"/>
                </a:lnTo>
                <a:cubicBezTo>
                  <a:pt x="16013" y="8514"/>
                  <a:pt x="16919" y="8048"/>
                  <a:pt x="17740" y="8257"/>
                </a:cubicBezTo>
                <a:cubicBezTo>
                  <a:pt x="19498" y="8705"/>
                  <a:pt x="20456" y="7962"/>
                  <a:pt x="21035" y="6733"/>
                </a:cubicBezTo>
                <a:cubicBezTo>
                  <a:pt x="21552" y="5635"/>
                  <a:pt x="21466" y="3322"/>
                  <a:pt x="21387" y="2723"/>
                </a:cubicBezTo>
                <a:close/>
                <a:moveTo>
                  <a:pt x="9478" y="7592"/>
                </a:moveTo>
                <a:cubicBezTo>
                  <a:pt x="9350" y="7424"/>
                  <a:pt x="9189" y="7421"/>
                  <a:pt x="9050" y="7558"/>
                </a:cubicBezTo>
                <a:lnTo>
                  <a:pt x="7506" y="9074"/>
                </a:lnTo>
                <a:cubicBezTo>
                  <a:pt x="7384" y="9194"/>
                  <a:pt x="7369" y="9419"/>
                  <a:pt x="7477" y="9559"/>
                </a:cubicBezTo>
                <a:lnTo>
                  <a:pt x="16408" y="20996"/>
                </a:lnTo>
                <a:cubicBezTo>
                  <a:pt x="16616" y="21268"/>
                  <a:pt x="16979" y="21295"/>
                  <a:pt x="17217" y="21061"/>
                </a:cubicBezTo>
                <a:lnTo>
                  <a:pt x="18263" y="20076"/>
                </a:lnTo>
                <a:cubicBezTo>
                  <a:pt x="18500" y="19839"/>
                  <a:pt x="18526" y="19429"/>
                  <a:pt x="18317" y="19158"/>
                </a:cubicBezTo>
                <a:cubicBezTo>
                  <a:pt x="18317" y="19158"/>
                  <a:pt x="9478" y="7592"/>
                  <a:pt x="9478" y="7592"/>
                </a:cubicBezTo>
                <a:close/>
                <a:moveTo>
                  <a:pt x="3331" y="6965"/>
                </a:moveTo>
                <a:cubicBezTo>
                  <a:pt x="4336" y="6088"/>
                  <a:pt x="5170" y="6693"/>
                  <a:pt x="6282" y="8142"/>
                </a:cubicBezTo>
                <a:cubicBezTo>
                  <a:pt x="6408" y="8304"/>
                  <a:pt x="6575" y="8114"/>
                  <a:pt x="6671" y="8021"/>
                </a:cubicBezTo>
                <a:cubicBezTo>
                  <a:pt x="6766" y="7926"/>
                  <a:pt x="8233" y="6440"/>
                  <a:pt x="8306" y="6370"/>
                </a:cubicBezTo>
                <a:cubicBezTo>
                  <a:pt x="8377" y="6300"/>
                  <a:pt x="8464" y="6167"/>
                  <a:pt x="8349" y="6018"/>
                </a:cubicBezTo>
                <a:cubicBezTo>
                  <a:pt x="8235" y="5868"/>
                  <a:pt x="7817" y="5261"/>
                  <a:pt x="7550" y="4867"/>
                </a:cubicBezTo>
                <a:cubicBezTo>
                  <a:pt x="5603" y="2001"/>
                  <a:pt x="12876" y="57"/>
                  <a:pt x="11758" y="25"/>
                </a:cubicBezTo>
                <a:cubicBezTo>
                  <a:pt x="11190" y="9"/>
                  <a:pt x="8909" y="-20"/>
                  <a:pt x="8569" y="21"/>
                </a:cubicBezTo>
                <a:cubicBezTo>
                  <a:pt x="7186" y="186"/>
                  <a:pt x="5452" y="1638"/>
                  <a:pt x="4578" y="2313"/>
                </a:cubicBezTo>
                <a:cubicBezTo>
                  <a:pt x="3437" y="3196"/>
                  <a:pt x="3011" y="3711"/>
                  <a:pt x="2939" y="3781"/>
                </a:cubicBezTo>
                <a:cubicBezTo>
                  <a:pt x="2617" y="4099"/>
                  <a:pt x="2887" y="4832"/>
                  <a:pt x="2303" y="5410"/>
                </a:cubicBezTo>
                <a:cubicBezTo>
                  <a:pt x="1683" y="6021"/>
                  <a:pt x="1297" y="5560"/>
                  <a:pt x="939" y="5913"/>
                </a:cubicBezTo>
                <a:cubicBezTo>
                  <a:pt x="761" y="6090"/>
                  <a:pt x="264" y="6509"/>
                  <a:pt x="122" y="6650"/>
                </a:cubicBezTo>
                <a:cubicBezTo>
                  <a:pt x="-22" y="6790"/>
                  <a:pt x="-48" y="7030"/>
                  <a:pt x="99" y="7219"/>
                </a:cubicBezTo>
                <a:cubicBezTo>
                  <a:pt x="99" y="7219"/>
                  <a:pt x="1459" y="8912"/>
                  <a:pt x="1574" y="9061"/>
                </a:cubicBezTo>
                <a:cubicBezTo>
                  <a:pt x="1688" y="9210"/>
                  <a:pt x="1994" y="9337"/>
                  <a:pt x="2185" y="9149"/>
                </a:cubicBezTo>
                <a:cubicBezTo>
                  <a:pt x="2375" y="8960"/>
                  <a:pt x="2864" y="8477"/>
                  <a:pt x="2947" y="8394"/>
                </a:cubicBezTo>
                <a:cubicBezTo>
                  <a:pt x="3031" y="8312"/>
                  <a:pt x="2893" y="7349"/>
                  <a:pt x="3331" y="6965"/>
                </a:cubicBezTo>
                <a:close/>
              </a:path>
            </a:pathLst>
          </a:custGeom>
          <a:solidFill>
            <a:srgbClr val="1C1C1E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>
              <a:solidFill>
                <a:srgbClr val="FFFFFF"/>
              </a:solidFill>
              <a:latin typeface="Agency FB" panose="020B0503020202020204" pitchFamily="34" charset="0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22" name="Oval 35">
            <a:extLst>
              <a:ext uri="{FF2B5EF4-FFF2-40B4-BE49-F238E27FC236}">
                <a16:creationId xmlns:a16="http://schemas.microsoft.com/office/drawing/2014/main" id="{F89C0790-AB6D-4125-A1BE-25A8DA0C00AF}"/>
              </a:ext>
            </a:extLst>
          </p:cNvPr>
          <p:cNvSpPr/>
          <p:nvPr/>
        </p:nvSpPr>
        <p:spPr>
          <a:xfrm>
            <a:off x="1710553" y="2755073"/>
            <a:ext cx="1164297" cy="1164297"/>
          </a:xfrm>
          <a:prstGeom prst="ellipse">
            <a:avLst/>
          </a:prstGeom>
          <a:noFill/>
          <a:ln w="25400" cap="flat" cmpd="sng" algn="ctr">
            <a:solidFill>
              <a:srgbClr val="00FF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23" name="Isosceles Triangle 36">
            <a:extLst>
              <a:ext uri="{FF2B5EF4-FFF2-40B4-BE49-F238E27FC236}">
                <a16:creationId xmlns:a16="http://schemas.microsoft.com/office/drawing/2014/main" id="{8A2F9B10-FE4E-42F8-8420-9270E9CC1859}"/>
              </a:ext>
            </a:extLst>
          </p:cNvPr>
          <p:cNvSpPr/>
          <p:nvPr/>
        </p:nvSpPr>
        <p:spPr>
          <a:xfrm rot="10800000">
            <a:off x="1683527" y="2977886"/>
            <a:ext cx="1218348" cy="1050300"/>
          </a:xfrm>
          <a:prstGeom prst="triangle">
            <a:avLst/>
          </a:prstGeom>
          <a:solidFill>
            <a:srgbClr val="00FF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endParaRPr lang="tr-TR" sz="900" kern="0">
              <a:solidFill>
                <a:sysClr val="windowText" lastClr="000000"/>
              </a:solidFill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24" name="TextBox 49">
            <a:extLst>
              <a:ext uri="{FF2B5EF4-FFF2-40B4-BE49-F238E27FC236}">
                <a16:creationId xmlns:a16="http://schemas.microsoft.com/office/drawing/2014/main" id="{C96795FD-2419-4117-8E40-0A618AFD7323}"/>
              </a:ext>
            </a:extLst>
          </p:cNvPr>
          <p:cNvSpPr txBox="1"/>
          <p:nvPr/>
        </p:nvSpPr>
        <p:spPr>
          <a:xfrm>
            <a:off x="1931866" y="4207449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tr-TR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HEALTH</a:t>
            </a:r>
          </a:p>
        </p:txBody>
      </p:sp>
      <p:sp>
        <p:nvSpPr>
          <p:cNvPr id="126" name="Freeform 17">
            <a:extLst>
              <a:ext uri="{FF2B5EF4-FFF2-40B4-BE49-F238E27FC236}">
                <a16:creationId xmlns:a16="http://schemas.microsoft.com/office/drawing/2014/main" id="{3D0AE6BF-9901-4466-8C75-89786402EB4D}"/>
              </a:ext>
            </a:extLst>
          </p:cNvPr>
          <p:cNvSpPr>
            <a:spLocks/>
          </p:cNvSpPr>
          <p:nvPr/>
        </p:nvSpPr>
        <p:spPr bwMode="auto">
          <a:xfrm>
            <a:off x="2196230" y="3312104"/>
            <a:ext cx="87642" cy="33133"/>
          </a:xfrm>
          <a:custGeom>
            <a:avLst/>
            <a:gdLst>
              <a:gd name="T0" fmla="*/ 82 w 82"/>
              <a:gd name="T1" fmla="*/ 0 h 31"/>
              <a:gd name="T2" fmla="*/ 0 w 82"/>
              <a:gd name="T3" fmla="*/ 0 h 31"/>
              <a:gd name="T4" fmla="*/ 3 w 82"/>
              <a:gd name="T5" fmla="*/ 31 h 31"/>
              <a:gd name="T6" fmla="*/ 80 w 82"/>
              <a:gd name="T7" fmla="*/ 31 h 31"/>
              <a:gd name="T8" fmla="*/ 82 w 82"/>
              <a:gd name="T9" fmla="*/ 0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2" h="31">
                <a:moveTo>
                  <a:pt x="82" y="0"/>
                </a:moveTo>
                <a:lnTo>
                  <a:pt x="0" y="0"/>
                </a:lnTo>
                <a:lnTo>
                  <a:pt x="3" y="31"/>
                </a:lnTo>
                <a:lnTo>
                  <a:pt x="80" y="31"/>
                </a:lnTo>
                <a:lnTo>
                  <a:pt x="82" y="0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27" name="Freeform 18">
            <a:extLst>
              <a:ext uri="{FF2B5EF4-FFF2-40B4-BE49-F238E27FC236}">
                <a16:creationId xmlns:a16="http://schemas.microsoft.com/office/drawing/2014/main" id="{BD0CC5F8-5404-4306-946D-37274A4A186B}"/>
              </a:ext>
            </a:extLst>
          </p:cNvPr>
          <p:cNvSpPr>
            <a:spLocks/>
          </p:cNvSpPr>
          <p:nvPr/>
        </p:nvSpPr>
        <p:spPr bwMode="auto">
          <a:xfrm>
            <a:off x="2118207" y="3354857"/>
            <a:ext cx="76954" cy="52371"/>
          </a:xfrm>
          <a:custGeom>
            <a:avLst/>
            <a:gdLst>
              <a:gd name="T0" fmla="*/ 72 w 72"/>
              <a:gd name="T1" fmla="*/ 49 h 49"/>
              <a:gd name="T2" fmla="*/ 68 w 72"/>
              <a:gd name="T3" fmla="*/ 0 h 49"/>
              <a:gd name="T4" fmla="*/ 0 w 72"/>
              <a:gd name="T5" fmla="*/ 0 h 49"/>
              <a:gd name="T6" fmla="*/ 13 w 72"/>
              <a:gd name="T7" fmla="*/ 49 h 49"/>
              <a:gd name="T8" fmla="*/ 72 w 72"/>
              <a:gd name="T9" fmla="*/ 49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" h="49">
                <a:moveTo>
                  <a:pt x="72" y="49"/>
                </a:moveTo>
                <a:lnTo>
                  <a:pt x="68" y="0"/>
                </a:lnTo>
                <a:lnTo>
                  <a:pt x="0" y="0"/>
                </a:lnTo>
                <a:lnTo>
                  <a:pt x="13" y="49"/>
                </a:lnTo>
                <a:lnTo>
                  <a:pt x="72" y="49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28" name="Freeform 19">
            <a:extLst>
              <a:ext uri="{FF2B5EF4-FFF2-40B4-BE49-F238E27FC236}">
                <a16:creationId xmlns:a16="http://schemas.microsoft.com/office/drawing/2014/main" id="{A48087C2-7A05-43E1-A3DE-F6B1390290D1}"/>
              </a:ext>
            </a:extLst>
          </p:cNvPr>
          <p:cNvSpPr>
            <a:spLocks/>
          </p:cNvSpPr>
          <p:nvPr/>
        </p:nvSpPr>
        <p:spPr bwMode="auto">
          <a:xfrm>
            <a:off x="2133170" y="3416848"/>
            <a:ext cx="64128" cy="32064"/>
          </a:xfrm>
          <a:custGeom>
            <a:avLst/>
            <a:gdLst>
              <a:gd name="T0" fmla="*/ 59 w 60"/>
              <a:gd name="T1" fmla="*/ 0 h 30"/>
              <a:gd name="T2" fmla="*/ 0 w 60"/>
              <a:gd name="T3" fmla="*/ 0 h 30"/>
              <a:gd name="T4" fmla="*/ 8 w 60"/>
              <a:gd name="T5" fmla="*/ 30 h 30"/>
              <a:gd name="T6" fmla="*/ 60 w 60"/>
              <a:gd name="T7" fmla="*/ 30 h 30"/>
              <a:gd name="T8" fmla="*/ 59 w 60"/>
              <a:gd name="T9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0" h="30">
                <a:moveTo>
                  <a:pt x="59" y="0"/>
                </a:moveTo>
                <a:lnTo>
                  <a:pt x="0" y="0"/>
                </a:lnTo>
                <a:lnTo>
                  <a:pt x="8" y="30"/>
                </a:lnTo>
                <a:lnTo>
                  <a:pt x="60" y="30"/>
                </a:lnTo>
                <a:lnTo>
                  <a:pt x="59" y="0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29" name="Freeform 20">
            <a:extLst>
              <a:ext uri="{FF2B5EF4-FFF2-40B4-BE49-F238E27FC236}">
                <a16:creationId xmlns:a16="http://schemas.microsoft.com/office/drawing/2014/main" id="{41D26564-A1F6-42FF-B550-9F2C0B4A085D}"/>
              </a:ext>
            </a:extLst>
          </p:cNvPr>
          <p:cNvSpPr>
            <a:spLocks/>
          </p:cNvSpPr>
          <p:nvPr/>
        </p:nvSpPr>
        <p:spPr bwMode="auto">
          <a:xfrm>
            <a:off x="2291354" y="3262939"/>
            <a:ext cx="156046" cy="82298"/>
          </a:xfrm>
          <a:custGeom>
            <a:avLst/>
            <a:gdLst>
              <a:gd name="T0" fmla="*/ 58 w 114"/>
              <a:gd name="T1" fmla="*/ 45 h 60"/>
              <a:gd name="T2" fmla="*/ 82 w 114"/>
              <a:gd name="T3" fmla="*/ 22 h 60"/>
              <a:gd name="T4" fmla="*/ 102 w 114"/>
              <a:gd name="T5" fmla="*/ 22 h 60"/>
              <a:gd name="T6" fmla="*/ 102 w 114"/>
              <a:gd name="T7" fmla="*/ 0 h 60"/>
              <a:gd name="T8" fmla="*/ 77 w 114"/>
              <a:gd name="T9" fmla="*/ 0 h 60"/>
              <a:gd name="T10" fmla="*/ 72 w 114"/>
              <a:gd name="T11" fmla="*/ 2 h 60"/>
              <a:gd name="T12" fmla="*/ 69 w 114"/>
              <a:gd name="T13" fmla="*/ 4 h 60"/>
              <a:gd name="T14" fmla="*/ 40 w 114"/>
              <a:gd name="T15" fmla="*/ 33 h 60"/>
              <a:gd name="T16" fmla="*/ 38 w 114"/>
              <a:gd name="T17" fmla="*/ 36 h 60"/>
              <a:gd name="T18" fmla="*/ 2 w 114"/>
              <a:gd name="T19" fmla="*/ 36 h 60"/>
              <a:gd name="T20" fmla="*/ 0 w 114"/>
              <a:gd name="T21" fmla="*/ 60 h 60"/>
              <a:gd name="T22" fmla="*/ 54 w 114"/>
              <a:gd name="T23" fmla="*/ 60 h 60"/>
              <a:gd name="T24" fmla="*/ 58 w 114"/>
              <a:gd name="T25" fmla="*/ 45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4" h="60">
                <a:moveTo>
                  <a:pt x="58" y="45"/>
                </a:moveTo>
                <a:cubicBezTo>
                  <a:pt x="66" y="37"/>
                  <a:pt x="74" y="29"/>
                  <a:pt x="82" y="22"/>
                </a:cubicBezTo>
                <a:cubicBezTo>
                  <a:pt x="102" y="22"/>
                  <a:pt x="102" y="22"/>
                  <a:pt x="102" y="22"/>
                </a:cubicBezTo>
                <a:cubicBezTo>
                  <a:pt x="114" y="22"/>
                  <a:pt x="114" y="0"/>
                  <a:pt x="102" y="0"/>
                </a:cubicBezTo>
                <a:cubicBezTo>
                  <a:pt x="77" y="0"/>
                  <a:pt x="77" y="0"/>
                  <a:pt x="77" y="0"/>
                </a:cubicBezTo>
                <a:cubicBezTo>
                  <a:pt x="75" y="0"/>
                  <a:pt x="73" y="1"/>
                  <a:pt x="72" y="2"/>
                </a:cubicBezTo>
                <a:cubicBezTo>
                  <a:pt x="71" y="2"/>
                  <a:pt x="70" y="3"/>
                  <a:pt x="69" y="4"/>
                </a:cubicBezTo>
                <a:cubicBezTo>
                  <a:pt x="59" y="14"/>
                  <a:pt x="50" y="23"/>
                  <a:pt x="40" y="33"/>
                </a:cubicBezTo>
                <a:cubicBezTo>
                  <a:pt x="39" y="34"/>
                  <a:pt x="38" y="35"/>
                  <a:pt x="38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0" y="60"/>
                  <a:pt x="0" y="60"/>
                  <a:pt x="0" y="60"/>
                </a:cubicBezTo>
                <a:cubicBezTo>
                  <a:pt x="54" y="60"/>
                  <a:pt x="54" y="60"/>
                  <a:pt x="54" y="60"/>
                </a:cubicBezTo>
                <a:lnTo>
                  <a:pt x="58" y="45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30" name="Freeform 21">
            <a:extLst>
              <a:ext uri="{FF2B5EF4-FFF2-40B4-BE49-F238E27FC236}">
                <a16:creationId xmlns:a16="http://schemas.microsoft.com/office/drawing/2014/main" id="{6E63AA58-F30C-40E2-BC00-5370881B07A9}"/>
              </a:ext>
            </a:extLst>
          </p:cNvPr>
          <p:cNvSpPr>
            <a:spLocks/>
          </p:cNvSpPr>
          <p:nvPr/>
        </p:nvSpPr>
        <p:spPr bwMode="auto">
          <a:xfrm>
            <a:off x="2107519" y="3312104"/>
            <a:ext cx="82298" cy="33133"/>
          </a:xfrm>
          <a:custGeom>
            <a:avLst/>
            <a:gdLst>
              <a:gd name="T0" fmla="*/ 7 w 77"/>
              <a:gd name="T1" fmla="*/ 31 h 31"/>
              <a:gd name="T2" fmla="*/ 77 w 77"/>
              <a:gd name="T3" fmla="*/ 31 h 31"/>
              <a:gd name="T4" fmla="*/ 74 w 77"/>
              <a:gd name="T5" fmla="*/ 0 h 31"/>
              <a:gd name="T6" fmla="*/ 0 w 77"/>
              <a:gd name="T7" fmla="*/ 0 h 31"/>
              <a:gd name="T8" fmla="*/ 7 w 77"/>
              <a:gd name="T9" fmla="*/ 31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7" h="31">
                <a:moveTo>
                  <a:pt x="7" y="31"/>
                </a:moveTo>
                <a:lnTo>
                  <a:pt x="77" y="31"/>
                </a:lnTo>
                <a:lnTo>
                  <a:pt x="74" y="0"/>
                </a:lnTo>
                <a:lnTo>
                  <a:pt x="0" y="0"/>
                </a:lnTo>
                <a:lnTo>
                  <a:pt x="7" y="31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31" name="Freeform 22">
            <a:extLst>
              <a:ext uri="{FF2B5EF4-FFF2-40B4-BE49-F238E27FC236}">
                <a16:creationId xmlns:a16="http://schemas.microsoft.com/office/drawing/2014/main" id="{F477CC6F-976A-4A78-B837-48CD420A48C8}"/>
              </a:ext>
            </a:extLst>
          </p:cNvPr>
          <p:cNvSpPr>
            <a:spLocks/>
          </p:cNvSpPr>
          <p:nvPr/>
        </p:nvSpPr>
        <p:spPr bwMode="auto">
          <a:xfrm>
            <a:off x="2205849" y="3416848"/>
            <a:ext cx="70541" cy="32064"/>
          </a:xfrm>
          <a:custGeom>
            <a:avLst/>
            <a:gdLst>
              <a:gd name="T0" fmla="*/ 63 w 66"/>
              <a:gd name="T1" fmla="*/ 30 h 30"/>
              <a:gd name="T2" fmla="*/ 66 w 66"/>
              <a:gd name="T3" fmla="*/ 0 h 30"/>
              <a:gd name="T4" fmla="*/ 0 w 66"/>
              <a:gd name="T5" fmla="*/ 0 h 30"/>
              <a:gd name="T6" fmla="*/ 3 w 66"/>
              <a:gd name="T7" fmla="*/ 30 h 30"/>
              <a:gd name="T8" fmla="*/ 63 w 66"/>
              <a:gd name="T9" fmla="*/ 3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" h="30">
                <a:moveTo>
                  <a:pt x="63" y="30"/>
                </a:moveTo>
                <a:lnTo>
                  <a:pt x="66" y="0"/>
                </a:lnTo>
                <a:lnTo>
                  <a:pt x="0" y="0"/>
                </a:lnTo>
                <a:lnTo>
                  <a:pt x="3" y="30"/>
                </a:lnTo>
                <a:lnTo>
                  <a:pt x="63" y="30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32" name="Freeform 23">
            <a:extLst>
              <a:ext uri="{FF2B5EF4-FFF2-40B4-BE49-F238E27FC236}">
                <a16:creationId xmlns:a16="http://schemas.microsoft.com/office/drawing/2014/main" id="{955C4376-46AA-45CF-A1B4-ADA99EC5C905}"/>
              </a:ext>
            </a:extLst>
          </p:cNvPr>
          <p:cNvSpPr>
            <a:spLocks/>
          </p:cNvSpPr>
          <p:nvPr/>
        </p:nvSpPr>
        <p:spPr bwMode="auto">
          <a:xfrm>
            <a:off x="2284941" y="3354857"/>
            <a:ext cx="76954" cy="52371"/>
          </a:xfrm>
          <a:custGeom>
            <a:avLst/>
            <a:gdLst>
              <a:gd name="T0" fmla="*/ 72 w 72"/>
              <a:gd name="T1" fmla="*/ 0 h 49"/>
              <a:gd name="T2" fmla="*/ 4 w 72"/>
              <a:gd name="T3" fmla="*/ 0 h 49"/>
              <a:gd name="T4" fmla="*/ 0 w 72"/>
              <a:gd name="T5" fmla="*/ 49 h 49"/>
              <a:gd name="T6" fmla="*/ 61 w 72"/>
              <a:gd name="T7" fmla="*/ 49 h 49"/>
              <a:gd name="T8" fmla="*/ 72 w 72"/>
              <a:gd name="T9" fmla="*/ 0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" h="49">
                <a:moveTo>
                  <a:pt x="72" y="0"/>
                </a:moveTo>
                <a:lnTo>
                  <a:pt x="4" y="0"/>
                </a:lnTo>
                <a:lnTo>
                  <a:pt x="0" y="49"/>
                </a:lnTo>
                <a:lnTo>
                  <a:pt x="61" y="49"/>
                </a:lnTo>
                <a:lnTo>
                  <a:pt x="72" y="0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33" name="Freeform 24">
            <a:extLst>
              <a:ext uri="{FF2B5EF4-FFF2-40B4-BE49-F238E27FC236}">
                <a16:creationId xmlns:a16="http://schemas.microsoft.com/office/drawing/2014/main" id="{A4E5C4CF-51FD-4C0A-990C-F7A6AB6085D2}"/>
              </a:ext>
            </a:extLst>
          </p:cNvPr>
          <p:cNvSpPr>
            <a:spLocks/>
          </p:cNvSpPr>
          <p:nvPr/>
        </p:nvSpPr>
        <p:spPr bwMode="auto">
          <a:xfrm>
            <a:off x="2282804" y="3416848"/>
            <a:ext cx="64128" cy="32064"/>
          </a:xfrm>
          <a:custGeom>
            <a:avLst/>
            <a:gdLst>
              <a:gd name="T0" fmla="*/ 60 w 60"/>
              <a:gd name="T1" fmla="*/ 0 h 30"/>
              <a:gd name="T2" fmla="*/ 2 w 60"/>
              <a:gd name="T3" fmla="*/ 0 h 30"/>
              <a:gd name="T4" fmla="*/ 0 w 60"/>
              <a:gd name="T5" fmla="*/ 30 h 30"/>
              <a:gd name="T6" fmla="*/ 53 w 60"/>
              <a:gd name="T7" fmla="*/ 30 h 30"/>
              <a:gd name="T8" fmla="*/ 60 w 60"/>
              <a:gd name="T9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0" h="30">
                <a:moveTo>
                  <a:pt x="60" y="0"/>
                </a:moveTo>
                <a:lnTo>
                  <a:pt x="2" y="0"/>
                </a:lnTo>
                <a:lnTo>
                  <a:pt x="0" y="30"/>
                </a:lnTo>
                <a:lnTo>
                  <a:pt x="53" y="30"/>
                </a:lnTo>
                <a:lnTo>
                  <a:pt x="60" y="0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34" name="Freeform 25">
            <a:extLst>
              <a:ext uri="{FF2B5EF4-FFF2-40B4-BE49-F238E27FC236}">
                <a16:creationId xmlns:a16="http://schemas.microsoft.com/office/drawing/2014/main" id="{ED1AAC5F-11B5-4ADF-8FC5-79A359190143}"/>
              </a:ext>
            </a:extLst>
          </p:cNvPr>
          <p:cNvSpPr>
            <a:spLocks/>
          </p:cNvSpPr>
          <p:nvPr/>
        </p:nvSpPr>
        <p:spPr bwMode="auto">
          <a:xfrm>
            <a:off x="2200506" y="3354857"/>
            <a:ext cx="79092" cy="52371"/>
          </a:xfrm>
          <a:custGeom>
            <a:avLst/>
            <a:gdLst>
              <a:gd name="T0" fmla="*/ 74 w 74"/>
              <a:gd name="T1" fmla="*/ 0 h 49"/>
              <a:gd name="T2" fmla="*/ 0 w 74"/>
              <a:gd name="T3" fmla="*/ 0 h 49"/>
              <a:gd name="T4" fmla="*/ 4 w 74"/>
              <a:gd name="T5" fmla="*/ 49 h 49"/>
              <a:gd name="T6" fmla="*/ 71 w 74"/>
              <a:gd name="T7" fmla="*/ 49 h 49"/>
              <a:gd name="T8" fmla="*/ 74 w 74"/>
              <a:gd name="T9" fmla="*/ 0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" h="49">
                <a:moveTo>
                  <a:pt x="74" y="0"/>
                </a:moveTo>
                <a:lnTo>
                  <a:pt x="0" y="0"/>
                </a:lnTo>
                <a:lnTo>
                  <a:pt x="4" y="49"/>
                </a:lnTo>
                <a:lnTo>
                  <a:pt x="71" y="49"/>
                </a:lnTo>
                <a:lnTo>
                  <a:pt x="74" y="0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35" name="Oval 26">
            <a:extLst>
              <a:ext uri="{FF2B5EF4-FFF2-40B4-BE49-F238E27FC236}">
                <a16:creationId xmlns:a16="http://schemas.microsoft.com/office/drawing/2014/main" id="{35ACACEF-4D32-45F7-876B-13E4C21ED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5996" y="3456394"/>
            <a:ext cx="51303" cy="52371"/>
          </a:xfrm>
          <a:prstGeom prst="ellipse">
            <a:avLst/>
          </a:pr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36" name="Oval 27">
            <a:extLst>
              <a:ext uri="{FF2B5EF4-FFF2-40B4-BE49-F238E27FC236}">
                <a16:creationId xmlns:a16="http://schemas.microsoft.com/office/drawing/2014/main" id="{A6DE965D-0A9C-4FE5-9876-D5BD7CE6E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2804" y="3456394"/>
            <a:ext cx="52371" cy="52371"/>
          </a:xfrm>
          <a:prstGeom prst="ellipse">
            <a:avLst/>
          </a:pr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37" name="Freeform 28">
            <a:extLst>
              <a:ext uri="{FF2B5EF4-FFF2-40B4-BE49-F238E27FC236}">
                <a16:creationId xmlns:a16="http://schemas.microsoft.com/office/drawing/2014/main" id="{DCFC2669-63E3-48E5-B69A-BAEF2450CD09}"/>
              </a:ext>
            </a:extLst>
          </p:cNvPr>
          <p:cNvSpPr>
            <a:spLocks/>
          </p:cNvSpPr>
          <p:nvPr/>
        </p:nvSpPr>
        <p:spPr bwMode="auto">
          <a:xfrm>
            <a:off x="2107519" y="3165677"/>
            <a:ext cx="180628" cy="121844"/>
          </a:xfrm>
          <a:custGeom>
            <a:avLst/>
            <a:gdLst>
              <a:gd name="T0" fmla="*/ 55 w 132"/>
              <a:gd name="T1" fmla="*/ 79 h 89"/>
              <a:gd name="T2" fmla="*/ 56 w 132"/>
              <a:gd name="T3" fmla="*/ 65 h 89"/>
              <a:gd name="T4" fmla="*/ 132 w 132"/>
              <a:gd name="T5" fmla="*/ 89 h 89"/>
              <a:gd name="T6" fmla="*/ 62 w 132"/>
              <a:gd name="T7" fmla="*/ 14 h 89"/>
              <a:gd name="T8" fmla="*/ 64 w 132"/>
              <a:gd name="T9" fmla="*/ 0 h 89"/>
              <a:gd name="T10" fmla="*/ 0 w 132"/>
              <a:gd name="T11" fmla="*/ 32 h 89"/>
              <a:gd name="T12" fmla="*/ 55 w 132"/>
              <a:gd name="T13" fmla="*/ 79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2" h="89">
                <a:moveTo>
                  <a:pt x="55" y="79"/>
                </a:moveTo>
                <a:cubicBezTo>
                  <a:pt x="56" y="65"/>
                  <a:pt x="56" y="65"/>
                  <a:pt x="56" y="65"/>
                </a:cubicBezTo>
                <a:cubicBezTo>
                  <a:pt x="112" y="71"/>
                  <a:pt x="132" y="89"/>
                  <a:pt x="132" y="89"/>
                </a:cubicBezTo>
                <a:cubicBezTo>
                  <a:pt x="132" y="89"/>
                  <a:pt x="131" y="21"/>
                  <a:pt x="62" y="14"/>
                </a:cubicBezTo>
                <a:cubicBezTo>
                  <a:pt x="64" y="0"/>
                  <a:pt x="64" y="0"/>
                  <a:pt x="64" y="0"/>
                </a:cubicBezTo>
                <a:cubicBezTo>
                  <a:pt x="0" y="32"/>
                  <a:pt x="0" y="32"/>
                  <a:pt x="0" y="32"/>
                </a:cubicBezTo>
                <a:lnTo>
                  <a:pt x="55" y="79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38" name="Oval 40">
            <a:extLst>
              <a:ext uri="{FF2B5EF4-FFF2-40B4-BE49-F238E27FC236}">
                <a16:creationId xmlns:a16="http://schemas.microsoft.com/office/drawing/2014/main" id="{B16EA8D3-48EC-447D-AB5D-89FA87E366B9}"/>
              </a:ext>
            </a:extLst>
          </p:cNvPr>
          <p:cNvSpPr/>
          <p:nvPr/>
        </p:nvSpPr>
        <p:spPr>
          <a:xfrm>
            <a:off x="9317152" y="2755073"/>
            <a:ext cx="1164297" cy="1164297"/>
          </a:xfrm>
          <a:prstGeom prst="ellipse">
            <a:avLst/>
          </a:prstGeom>
          <a:noFill/>
          <a:ln w="25400" cap="flat" cmpd="sng" algn="ctr">
            <a:solidFill>
              <a:srgbClr val="00FF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39" name="Isosceles Triangle 41">
            <a:extLst>
              <a:ext uri="{FF2B5EF4-FFF2-40B4-BE49-F238E27FC236}">
                <a16:creationId xmlns:a16="http://schemas.microsoft.com/office/drawing/2014/main" id="{E1A2A614-7C16-4C2E-8905-B06BA34C185F}"/>
              </a:ext>
            </a:extLst>
          </p:cNvPr>
          <p:cNvSpPr/>
          <p:nvPr/>
        </p:nvSpPr>
        <p:spPr>
          <a:xfrm rot="10800000">
            <a:off x="9290126" y="2977886"/>
            <a:ext cx="1218348" cy="1050300"/>
          </a:xfrm>
          <a:prstGeom prst="triangle">
            <a:avLst/>
          </a:prstGeom>
          <a:solidFill>
            <a:srgbClr val="00FF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40" name="TextBox 53">
            <a:extLst>
              <a:ext uri="{FF2B5EF4-FFF2-40B4-BE49-F238E27FC236}">
                <a16:creationId xmlns:a16="http://schemas.microsoft.com/office/drawing/2014/main" id="{03AF14B5-6084-45DF-AAE6-56D355F08788}"/>
              </a:ext>
            </a:extLst>
          </p:cNvPr>
          <p:cNvSpPr txBox="1"/>
          <p:nvPr/>
        </p:nvSpPr>
        <p:spPr>
          <a:xfrm>
            <a:off x="9572930" y="420744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tr-TR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MUSİC</a:t>
            </a:r>
          </a:p>
        </p:txBody>
      </p:sp>
      <p:sp>
        <p:nvSpPr>
          <p:cNvPr id="142" name="Freeform 43">
            <a:extLst>
              <a:ext uri="{FF2B5EF4-FFF2-40B4-BE49-F238E27FC236}">
                <a16:creationId xmlns:a16="http://schemas.microsoft.com/office/drawing/2014/main" id="{D0BFBA50-FF95-457F-9FB7-7F614AF33EC4}"/>
              </a:ext>
            </a:extLst>
          </p:cNvPr>
          <p:cNvSpPr>
            <a:spLocks/>
          </p:cNvSpPr>
          <p:nvPr/>
        </p:nvSpPr>
        <p:spPr bwMode="auto">
          <a:xfrm>
            <a:off x="9893726" y="3397954"/>
            <a:ext cx="25190" cy="86656"/>
          </a:xfrm>
          <a:custGeom>
            <a:avLst/>
            <a:gdLst>
              <a:gd name="T0" fmla="*/ 18 w 18"/>
              <a:gd name="T1" fmla="*/ 61 h 61"/>
              <a:gd name="T2" fmla="*/ 18 w 18"/>
              <a:gd name="T3" fmla="*/ 0 h 61"/>
              <a:gd name="T4" fmla="*/ 9 w 18"/>
              <a:gd name="T5" fmla="*/ 0 h 61"/>
              <a:gd name="T6" fmla="*/ 0 w 18"/>
              <a:gd name="T7" fmla="*/ 0 h 61"/>
              <a:gd name="T8" fmla="*/ 0 w 18"/>
              <a:gd name="T9" fmla="*/ 61 h 61"/>
              <a:gd name="T10" fmla="*/ 9 w 18"/>
              <a:gd name="T11" fmla="*/ 60 h 61"/>
              <a:gd name="T12" fmla="*/ 18 w 18"/>
              <a:gd name="T13" fmla="*/ 61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" h="61">
                <a:moveTo>
                  <a:pt x="18" y="61"/>
                </a:move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0"/>
                  <a:pt x="9" y="0"/>
                </a:cubicBezTo>
                <a:cubicBezTo>
                  <a:pt x="6" y="0"/>
                  <a:pt x="3" y="0"/>
                  <a:pt x="0" y="0"/>
                </a:cubicBezTo>
                <a:cubicBezTo>
                  <a:pt x="0" y="61"/>
                  <a:pt x="0" y="61"/>
                  <a:pt x="0" y="61"/>
                </a:cubicBezTo>
                <a:cubicBezTo>
                  <a:pt x="3" y="60"/>
                  <a:pt x="6" y="60"/>
                  <a:pt x="9" y="60"/>
                </a:cubicBezTo>
                <a:cubicBezTo>
                  <a:pt x="12" y="60"/>
                  <a:pt x="15" y="60"/>
                  <a:pt x="18" y="61"/>
                </a:cubicBez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43" name="Freeform 44">
            <a:extLst>
              <a:ext uri="{FF2B5EF4-FFF2-40B4-BE49-F238E27FC236}">
                <a16:creationId xmlns:a16="http://schemas.microsoft.com/office/drawing/2014/main" id="{523A0FB5-901C-4BB8-8823-88B77ED998C6}"/>
              </a:ext>
            </a:extLst>
          </p:cNvPr>
          <p:cNvSpPr>
            <a:spLocks/>
          </p:cNvSpPr>
          <p:nvPr/>
        </p:nvSpPr>
        <p:spPr bwMode="auto">
          <a:xfrm>
            <a:off x="9781879" y="3202474"/>
            <a:ext cx="248884" cy="186412"/>
          </a:xfrm>
          <a:custGeom>
            <a:avLst/>
            <a:gdLst>
              <a:gd name="T0" fmla="*/ 175 w 175"/>
              <a:gd name="T1" fmla="*/ 43 h 131"/>
              <a:gd name="T2" fmla="*/ 163 w 175"/>
              <a:gd name="T3" fmla="*/ 0 h 131"/>
              <a:gd name="T4" fmla="*/ 125 w 175"/>
              <a:gd name="T5" fmla="*/ 21 h 131"/>
              <a:gd name="T6" fmla="*/ 87 w 175"/>
              <a:gd name="T7" fmla="*/ 0 h 131"/>
              <a:gd name="T8" fmla="*/ 49 w 175"/>
              <a:gd name="T9" fmla="*/ 21 h 131"/>
              <a:gd name="T10" fmla="*/ 11 w 175"/>
              <a:gd name="T11" fmla="*/ 0 h 131"/>
              <a:gd name="T12" fmla="*/ 0 w 175"/>
              <a:gd name="T13" fmla="*/ 43 h 131"/>
              <a:gd name="T14" fmla="*/ 78 w 175"/>
              <a:gd name="T15" fmla="*/ 131 h 131"/>
              <a:gd name="T16" fmla="*/ 87 w 175"/>
              <a:gd name="T17" fmla="*/ 131 h 131"/>
              <a:gd name="T18" fmla="*/ 96 w 175"/>
              <a:gd name="T19" fmla="*/ 131 h 131"/>
              <a:gd name="T20" fmla="*/ 175 w 175"/>
              <a:gd name="T21" fmla="*/ 43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5" h="131">
                <a:moveTo>
                  <a:pt x="175" y="43"/>
                </a:moveTo>
                <a:cubicBezTo>
                  <a:pt x="175" y="27"/>
                  <a:pt x="171" y="13"/>
                  <a:pt x="163" y="0"/>
                </a:cubicBezTo>
                <a:cubicBezTo>
                  <a:pt x="125" y="21"/>
                  <a:pt x="125" y="21"/>
                  <a:pt x="125" y="21"/>
                </a:cubicBezTo>
                <a:cubicBezTo>
                  <a:pt x="87" y="0"/>
                  <a:pt x="87" y="0"/>
                  <a:pt x="87" y="0"/>
                </a:cubicBezTo>
                <a:cubicBezTo>
                  <a:pt x="49" y="21"/>
                  <a:pt x="49" y="21"/>
                  <a:pt x="49" y="21"/>
                </a:cubicBezTo>
                <a:cubicBezTo>
                  <a:pt x="11" y="0"/>
                  <a:pt x="11" y="0"/>
                  <a:pt x="11" y="0"/>
                </a:cubicBezTo>
                <a:cubicBezTo>
                  <a:pt x="4" y="13"/>
                  <a:pt x="0" y="27"/>
                  <a:pt x="0" y="43"/>
                </a:cubicBezTo>
                <a:cubicBezTo>
                  <a:pt x="0" y="89"/>
                  <a:pt x="34" y="126"/>
                  <a:pt x="78" y="131"/>
                </a:cubicBezTo>
                <a:cubicBezTo>
                  <a:pt x="81" y="131"/>
                  <a:pt x="84" y="131"/>
                  <a:pt x="87" y="131"/>
                </a:cubicBezTo>
                <a:cubicBezTo>
                  <a:pt x="90" y="131"/>
                  <a:pt x="93" y="131"/>
                  <a:pt x="96" y="131"/>
                </a:cubicBezTo>
                <a:cubicBezTo>
                  <a:pt x="140" y="126"/>
                  <a:pt x="175" y="89"/>
                  <a:pt x="175" y="43"/>
                </a:cubicBez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44" name="Freeform 45">
            <a:extLst>
              <a:ext uri="{FF2B5EF4-FFF2-40B4-BE49-F238E27FC236}">
                <a16:creationId xmlns:a16="http://schemas.microsoft.com/office/drawing/2014/main" id="{E3F9D0BD-8804-4F30-B5B7-216ED9B67856}"/>
              </a:ext>
            </a:extLst>
          </p:cNvPr>
          <p:cNvSpPr>
            <a:spLocks/>
          </p:cNvSpPr>
          <p:nvPr/>
        </p:nvSpPr>
        <p:spPr bwMode="auto">
          <a:xfrm>
            <a:off x="9833268" y="3399970"/>
            <a:ext cx="52397" cy="53405"/>
          </a:xfrm>
          <a:custGeom>
            <a:avLst/>
            <a:gdLst>
              <a:gd name="T0" fmla="*/ 35 w 37"/>
              <a:gd name="T1" fmla="*/ 35 h 37"/>
              <a:gd name="T2" fmla="*/ 27 w 37"/>
              <a:gd name="T3" fmla="*/ 10 h 37"/>
              <a:gd name="T4" fmla="*/ 2 w 37"/>
              <a:gd name="T5" fmla="*/ 2 h 37"/>
              <a:gd name="T6" fmla="*/ 10 w 37"/>
              <a:gd name="T7" fmla="*/ 27 h 37"/>
              <a:gd name="T8" fmla="*/ 35 w 37"/>
              <a:gd name="T9" fmla="*/ 35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" h="37">
                <a:moveTo>
                  <a:pt x="35" y="35"/>
                </a:moveTo>
                <a:cubicBezTo>
                  <a:pt x="37" y="26"/>
                  <a:pt x="34" y="16"/>
                  <a:pt x="27" y="10"/>
                </a:cubicBezTo>
                <a:cubicBezTo>
                  <a:pt x="20" y="3"/>
                  <a:pt x="11" y="0"/>
                  <a:pt x="2" y="2"/>
                </a:cubicBezTo>
                <a:cubicBezTo>
                  <a:pt x="0" y="11"/>
                  <a:pt x="3" y="20"/>
                  <a:pt x="10" y="27"/>
                </a:cubicBezTo>
                <a:cubicBezTo>
                  <a:pt x="17" y="34"/>
                  <a:pt x="26" y="37"/>
                  <a:pt x="35" y="35"/>
                </a:cubicBez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45" name="Freeform 46">
            <a:extLst>
              <a:ext uri="{FF2B5EF4-FFF2-40B4-BE49-F238E27FC236}">
                <a16:creationId xmlns:a16="http://schemas.microsoft.com/office/drawing/2014/main" id="{6A89AB3A-9A0D-42A0-9795-BB088590DB60}"/>
              </a:ext>
            </a:extLst>
          </p:cNvPr>
          <p:cNvSpPr>
            <a:spLocks/>
          </p:cNvSpPr>
          <p:nvPr/>
        </p:nvSpPr>
        <p:spPr bwMode="auto">
          <a:xfrm>
            <a:off x="9925970" y="3399970"/>
            <a:ext cx="52397" cy="53405"/>
          </a:xfrm>
          <a:custGeom>
            <a:avLst/>
            <a:gdLst>
              <a:gd name="T0" fmla="*/ 27 w 37"/>
              <a:gd name="T1" fmla="*/ 27 h 37"/>
              <a:gd name="T2" fmla="*/ 35 w 37"/>
              <a:gd name="T3" fmla="*/ 2 h 37"/>
              <a:gd name="T4" fmla="*/ 10 w 37"/>
              <a:gd name="T5" fmla="*/ 10 h 37"/>
              <a:gd name="T6" fmla="*/ 2 w 37"/>
              <a:gd name="T7" fmla="*/ 35 h 37"/>
              <a:gd name="T8" fmla="*/ 27 w 37"/>
              <a:gd name="T9" fmla="*/ 27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" h="37">
                <a:moveTo>
                  <a:pt x="27" y="27"/>
                </a:moveTo>
                <a:cubicBezTo>
                  <a:pt x="34" y="20"/>
                  <a:pt x="37" y="11"/>
                  <a:pt x="35" y="2"/>
                </a:cubicBezTo>
                <a:cubicBezTo>
                  <a:pt x="26" y="0"/>
                  <a:pt x="17" y="3"/>
                  <a:pt x="10" y="10"/>
                </a:cubicBezTo>
                <a:cubicBezTo>
                  <a:pt x="3" y="16"/>
                  <a:pt x="0" y="26"/>
                  <a:pt x="2" y="35"/>
                </a:cubicBezTo>
                <a:cubicBezTo>
                  <a:pt x="11" y="37"/>
                  <a:pt x="21" y="34"/>
                  <a:pt x="27" y="27"/>
                </a:cubicBez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46" name="Freeform 47">
            <a:extLst>
              <a:ext uri="{FF2B5EF4-FFF2-40B4-BE49-F238E27FC236}">
                <a16:creationId xmlns:a16="http://schemas.microsoft.com/office/drawing/2014/main" id="{8F0A43AC-733F-4410-BFB5-9462192FCCB6}"/>
              </a:ext>
            </a:extLst>
          </p:cNvPr>
          <p:cNvSpPr>
            <a:spLocks/>
          </p:cNvSpPr>
          <p:nvPr/>
        </p:nvSpPr>
        <p:spPr bwMode="auto">
          <a:xfrm>
            <a:off x="9833268" y="3491664"/>
            <a:ext cx="147114" cy="42321"/>
          </a:xfrm>
          <a:custGeom>
            <a:avLst/>
            <a:gdLst>
              <a:gd name="T0" fmla="*/ 60 w 103"/>
              <a:gd name="T1" fmla="*/ 1 h 30"/>
              <a:gd name="T2" fmla="*/ 51 w 103"/>
              <a:gd name="T3" fmla="*/ 0 h 30"/>
              <a:gd name="T4" fmla="*/ 42 w 103"/>
              <a:gd name="T5" fmla="*/ 1 h 30"/>
              <a:gd name="T6" fmla="*/ 0 w 103"/>
              <a:gd name="T7" fmla="*/ 30 h 30"/>
              <a:gd name="T8" fmla="*/ 103 w 103"/>
              <a:gd name="T9" fmla="*/ 30 h 30"/>
              <a:gd name="T10" fmla="*/ 60 w 103"/>
              <a:gd name="T11" fmla="*/ 1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3" h="30">
                <a:moveTo>
                  <a:pt x="60" y="1"/>
                </a:moveTo>
                <a:cubicBezTo>
                  <a:pt x="57" y="1"/>
                  <a:pt x="54" y="0"/>
                  <a:pt x="51" y="0"/>
                </a:cubicBezTo>
                <a:cubicBezTo>
                  <a:pt x="48" y="0"/>
                  <a:pt x="45" y="1"/>
                  <a:pt x="42" y="1"/>
                </a:cubicBezTo>
                <a:cubicBezTo>
                  <a:pt x="18" y="3"/>
                  <a:pt x="0" y="15"/>
                  <a:pt x="0" y="30"/>
                </a:cubicBezTo>
                <a:cubicBezTo>
                  <a:pt x="103" y="30"/>
                  <a:pt x="103" y="30"/>
                  <a:pt x="103" y="30"/>
                </a:cubicBezTo>
                <a:cubicBezTo>
                  <a:pt x="103" y="15"/>
                  <a:pt x="84" y="3"/>
                  <a:pt x="60" y="1"/>
                </a:cubicBez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47" name="Oval 38">
            <a:extLst>
              <a:ext uri="{FF2B5EF4-FFF2-40B4-BE49-F238E27FC236}">
                <a16:creationId xmlns:a16="http://schemas.microsoft.com/office/drawing/2014/main" id="{1D092248-566D-4DC8-AC00-B0C3B1F7474C}"/>
              </a:ext>
            </a:extLst>
          </p:cNvPr>
          <p:cNvSpPr/>
          <p:nvPr/>
        </p:nvSpPr>
        <p:spPr>
          <a:xfrm>
            <a:off x="3612203" y="2755073"/>
            <a:ext cx="1164297" cy="1164297"/>
          </a:xfrm>
          <a:prstGeom prst="ellipse">
            <a:avLst/>
          </a:prstGeom>
          <a:noFill/>
          <a:ln w="25400" cap="flat" cmpd="sng" algn="ctr">
            <a:solidFill>
              <a:srgbClr val="00FF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48" name="Isosceles Triangle 39">
            <a:extLst>
              <a:ext uri="{FF2B5EF4-FFF2-40B4-BE49-F238E27FC236}">
                <a16:creationId xmlns:a16="http://schemas.microsoft.com/office/drawing/2014/main" id="{341441E4-00DD-4E23-A000-FE9C3A22E619}"/>
              </a:ext>
            </a:extLst>
          </p:cNvPr>
          <p:cNvSpPr/>
          <p:nvPr/>
        </p:nvSpPr>
        <p:spPr>
          <a:xfrm rot="10800000">
            <a:off x="3585177" y="2977886"/>
            <a:ext cx="1218348" cy="1050300"/>
          </a:xfrm>
          <a:prstGeom prst="triangle">
            <a:avLst/>
          </a:prstGeom>
          <a:solidFill>
            <a:srgbClr val="00FF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endParaRPr lang="tr-TR" sz="900" kern="0">
              <a:solidFill>
                <a:sysClr val="windowText" lastClr="000000"/>
              </a:solidFill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49" name="TextBox 50">
            <a:extLst>
              <a:ext uri="{FF2B5EF4-FFF2-40B4-BE49-F238E27FC236}">
                <a16:creationId xmlns:a16="http://schemas.microsoft.com/office/drawing/2014/main" id="{801BE1DE-5338-4F2C-BE79-C3DC2AA718CC}"/>
              </a:ext>
            </a:extLst>
          </p:cNvPr>
          <p:cNvSpPr txBox="1"/>
          <p:nvPr/>
        </p:nvSpPr>
        <p:spPr>
          <a:xfrm>
            <a:off x="3666804" y="4207449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tr-TR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RAİN PROOF</a:t>
            </a:r>
          </a:p>
        </p:txBody>
      </p:sp>
      <p:sp>
        <p:nvSpPr>
          <p:cNvPr id="150" name="Shape 4425">
            <a:extLst>
              <a:ext uri="{FF2B5EF4-FFF2-40B4-BE49-F238E27FC236}">
                <a16:creationId xmlns:a16="http://schemas.microsoft.com/office/drawing/2014/main" id="{E9B70D51-ED26-43B1-9DF1-21F25D3CA928}"/>
              </a:ext>
            </a:extLst>
          </p:cNvPr>
          <p:cNvSpPr/>
          <p:nvPr/>
        </p:nvSpPr>
        <p:spPr>
          <a:xfrm>
            <a:off x="3987697" y="3202474"/>
            <a:ext cx="407081" cy="3093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71" extrusionOk="0">
                <a:moveTo>
                  <a:pt x="18030" y="19454"/>
                </a:moveTo>
                <a:cubicBezTo>
                  <a:pt x="17963" y="19996"/>
                  <a:pt x="19394" y="20889"/>
                  <a:pt x="19531" y="19301"/>
                </a:cubicBezTo>
                <a:cubicBezTo>
                  <a:pt x="20145" y="12136"/>
                  <a:pt x="19088" y="10075"/>
                  <a:pt x="19088" y="10075"/>
                </a:cubicBezTo>
                <a:lnTo>
                  <a:pt x="17606" y="11177"/>
                </a:lnTo>
                <a:cubicBezTo>
                  <a:pt x="17606" y="11177"/>
                  <a:pt x="18863" y="12767"/>
                  <a:pt x="18030" y="19454"/>
                </a:cubicBezTo>
                <a:close/>
                <a:moveTo>
                  <a:pt x="20733" y="6972"/>
                </a:moveTo>
                <a:lnTo>
                  <a:pt x="11887" y="388"/>
                </a:lnTo>
                <a:cubicBezTo>
                  <a:pt x="11194" y="-129"/>
                  <a:pt x="10060" y="-129"/>
                  <a:pt x="9367" y="388"/>
                </a:cubicBezTo>
                <a:lnTo>
                  <a:pt x="519" y="6972"/>
                </a:lnTo>
                <a:cubicBezTo>
                  <a:pt x="-173" y="7489"/>
                  <a:pt x="-173" y="8333"/>
                  <a:pt x="519" y="8848"/>
                </a:cubicBezTo>
                <a:lnTo>
                  <a:pt x="9367" y="15434"/>
                </a:lnTo>
                <a:cubicBezTo>
                  <a:pt x="10060" y="15950"/>
                  <a:pt x="11194" y="15950"/>
                  <a:pt x="11887" y="15434"/>
                </a:cubicBezTo>
                <a:lnTo>
                  <a:pt x="17606" y="11177"/>
                </a:lnTo>
                <a:lnTo>
                  <a:pt x="11405" y="9246"/>
                </a:lnTo>
                <a:cubicBezTo>
                  <a:pt x="11166" y="9325"/>
                  <a:pt x="10902" y="9369"/>
                  <a:pt x="10627" y="9369"/>
                </a:cubicBezTo>
                <a:cubicBezTo>
                  <a:pt x="9510" y="9369"/>
                  <a:pt x="8604" y="8653"/>
                  <a:pt x="8604" y="7770"/>
                </a:cubicBezTo>
                <a:cubicBezTo>
                  <a:pt x="8604" y="6886"/>
                  <a:pt x="9510" y="6170"/>
                  <a:pt x="10627" y="6170"/>
                </a:cubicBezTo>
                <a:cubicBezTo>
                  <a:pt x="11495" y="6170"/>
                  <a:pt x="12232" y="6603"/>
                  <a:pt x="12520" y="7209"/>
                </a:cubicBezTo>
                <a:lnTo>
                  <a:pt x="19088" y="10075"/>
                </a:lnTo>
                <a:lnTo>
                  <a:pt x="20733" y="8848"/>
                </a:lnTo>
                <a:cubicBezTo>
                  <a:pt x="21427" y="8333"/>
                  <a:pt x="21427" y="7489"/>
                  <a:pt x="20733" y="6972"/>
                </a:cubicBezTo>
                <a:close/>
                <a:moveTo>
                  <a:pt x="3508" y="13898"/>
                </a:moveTo>
                <a:cubicBezTo>
                  <a:pt x="4002" y="16554"/>
                  <a:pt x="4628" y="17714"/>
                  <a:pt x="6720" y="18930"/>
                </a:cubicBezTo>
                <a:cubicBezTo>
                  <a:pt x="8812" y="20144"/>
                  <a:pt x="9807" y="21471"/>
                  <a:pt x="10627" y="21471"/>
                </a:cubicBezTo>
                <a:cubicBezTo>
                  <a:pt x="11447" y="21471"/>
                  <a:pt x="12378" y="20309"/>
                  <a:pt x="14470" y="19093"/>
                </a:cubicBezTo>
                <a:cubicBezTo>
                  <a:pt x="16562" y="17877"/>
                  <a:pt x="16004" y="17508"/>
                  <a:pt x="16497" y="14853"/>
                </a:cubicBezTo>
                <a:lnTo>
                  <a:pt x="10627" y="18646"/>
                </a:lnTo>
                <a:cubicBezTo>
                  <a:pt x="10627" y="18646"/>
                  <a:pt x="3508" y="13898"/>
                  <a:pt x="3508" y="13898"/>
                </a:cubicBezTo>
                <a:close/>
              </a:path>
            </a:pathLst>
          </a:custGeom>
          <a:solidFill>
            <a:srgbClr val="1C1C1E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inkin Sans 400 Regular"/>
                <a:ea typeface="Sinkin Sans 400 Regular"/>
                <a:cs typeface="Sinkin Sans 400 Regular"/>
                <a:sym typeface="Sinkin Sans 400 Regular"/>
              </a:defRPr>
            </a:pPr>
            <a:endParaRPr sz="3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Agency FB" panose="020B0503020202020204" pitchFamily="34" charset="0"/>
              <a:ea typeface="Sinkin Sans 400 Regular"/>
              <a:cs typeface="Sinkin Sans 400 Regular"/>
              <a:sym typeface="Sinkin Sans 400 Regular"/>
            </a:endParaRPr>
          </a:p>
        </p:txBody>
      </p:sp>
      <p:sp>
        <p:nvSpPr>
          <p:cNvPr id="151" name="Oval 29">
            <a:extLst>
              <a:ext uri="{FF2B5EF4-FFF2-40B4-BE49-F238E27FC236}">
                <a16:creationId xmlns:a16="http://schemas.microsoft.com/office/drawing/2014/main" id="{94854368-94F1-4602-A72E-25AEBD602361}"/>
              </a:ext>
            </a:extLst>
          </p:cNvPr>
          <p:cNvSpPr/>
          <p:nvPr/>
        </p:nvSpPr>
        <p:spPr>
          <a:xfrm>
            <a:off x="7415503" y="2755073"/>
            <a:ext cx="1164297" cy="1164297"/>
          </a:xfrm>
          <a:prstGeom prst="ellipse">
            <a:avLst/>
          </a:prstGeom>
          <a:noFill/>
          <a:ln w="25400" cap="flat" cmpd="sng" algn="ctr">
            <a:solidFill>
              <a:srgbClr val="00FF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52" name="Isosceles Triangle 30">
            <a:extLst>
              <a:ext uri="{FF2B5EF4-FFF2-40B4-BE49-F238E27FC236}">
                <a16:creationId xmlns:a16="http://schemas.microsoft.com/office/drawing/2014/main" id="{2A113B8B-EB8D-4C20-A195-EC8999E776EA}"/>
              </a:ext>
            </a:extLst>
          </p:cNvPr>
          <p:cNvSpPr/>
          <p:nvPr/>
        </p:nvSpPr>
        <p:spPr>
          <a:xfrm rot="10800000">
            <a:off x="7388477" y="2977886"/>
            <a:ext cx="1218348" cy="1050300"/>
          </a:xfrm>
          <a:prstGeom prst="triangle">
            <a:avLst/>
          </a:prstGeom>
          <a:solidFill>
            <a:srgbClr val="00FF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endParaRPr lang="tr-TR" sz="900" kern="0">
              <a:solidFill>
                <a:sysClr val="windowText" lastClr="000000"/>
              </a:solidFill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53" name="TextBox 52">
            <a:extLst>
              <a:ext uri="{FF2B5EF4-FFF2-40B4-BE49-F238E27FC236}">
                <a16:creationId xmlns:a16="http://schemas.microsoft.com/office/drawing/2014/main" id="{3C13B693-55EE-41CD-B510-4173F308DD2A}"/>
              </a:ext>
            </a:extLst>
          </p:cNvPr>
          <p:cNvSpPr txBox="1"/>
          <p:nvPr/>
        </p:nvSpPr>
        <p:spPr>
          <a:xfrm>
            <a:off x="7718670" y="4207449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tr-TR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LOOP</a:t>
            </a:r>
          </a:p>
        </p:txBody>
      </p:sp>
      <p:sp>
        <p:nvSpPr>
          <p:cNvPr id="155" name="Freeform 136">
            <a:extLst>
              <a:ext uri="{FF2B5EF4-FFF2-40B4-BE49-F238E27FC236}">
                <a16:creationId xmlns:a16="http://schemas.microsoft.com/office/drawing/2014/main" id="{95C0A35E-052A-4D6B-BD39-6B3886C573B7}"/>
              </a:ext>
            </a:extLst>
          </p:cNvPr>
          <p:cNvSpPr>
            <a:spLocks/>
          </p:cNvSpPr>
          <p:nvPr/>
        </p:nvSpPr>
        <p:spPr bwMode="auto">
          <a:xfrm>
            <a:off x="7850358" y="3351213"/>
            <a:ext cx="293499" cy="159204"/>
          </a:xfrm>
          <a:custGeom>
            <a:avLst/>
            <a:gdLst>
              <a:gd name="T0" fmla="*/ 271 w 271"/>
              <a:gd name="T1" fmla="*/ 0 h 147"/>
              <a:gd name="T2" fmla="*/ 216 w 271"/>
              <a:gd name="T3" fmla="*/ 0 h 147"/>
              <a:gd name="T4" fmla="*/ 260 w 271"/>
              <a:gd name="T5" fmla="*/ 74 h 147"/>
              <a:gd name="T6" fmla="*/ 217 w 271"/>
              <a:gd name="T7" fmla="*/ 69 h 147"/>
              <a:gd name="T8" fmla="*/ 201 w 271"/>
              <a:gd name="T9" fmla="*/ 109 h 147"/>
              <a:gd name="T10" fmla="*/ 138 w 271"/>
              <a:gd name="T11" fmla="*/ 13 h 147"/>
              <a:gd name="T12" fmla="*/ 76 w 271"/>
              <a:gd name="T13" fmla="*/ 109 h 147"/>
              <a:gd name="T14" fmla="*/ 59 w 271"/>
              <a:gd name="T15" fmla="*/ 69 h 147"/>
              <a:gd name="T16" fmla="*/ 17 w 271"/>
              <a:gd name="T17" fmla="*/ 74 h 147"/>
              <a:gd name="T18" fmla="*/ 61 w 271"/>
              <a:gd name="T19" fmla="*/ 0 h 147"/>
              <a:gd name="T20" fmla="*/ 0 w 271"/>
              <a:gd name="T21" fmla="*/ 0 h 147"/>
              <a:gd name="T22" fmla="*/ 0 w 271"/>
              <a:gd name="T23" fmla="*/ 147 h 147"/>
              <a:gd name="T24" fmla="*/ 271 w 271"/>
              <a:gd name="T25" fmla="*/ 147 h 147"/>
              <a:gd name="T26" fmla="*/ 271 w 271"/>
              <a:gd name="T2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71" h="147">
                <a:moveTo>
                  <a:pt x="271" y="0"/>
                </a:moveTo>
                <a:lnTo>
                  <a:pt x="216" y="0"/>
                </a:lnTo>
                <a:lnTo>
                  <a:pt x="260" y="74"/>
                </a:lnTo>
                <a:lnTo>
                  <a:pt x="217" y="69"/>
                </a:lnTo>
                <a:lnTo>
                  <a:pt x="201" y="109"/>
                </a:lnTo>
                <a:lnTo>
                  <a:pt x="138" y="13"/>
                </a:lnTo>
                <a:lnTo>
                  <a:pt x="76" y="109"/>
                </a:lnTo>
                <a:lnTo>
                  <a:pt x="59" y="69"/>
                </a:lnTo>
                <a:lnTo>
                  <a:pt x="17" y="74"/>
                </a:lnTo>
                <a:lnTo>
                  <a:pt x="61" y="0"/>
                </a:lnTo>
                <a:lnTo>
                  <a:pt x="0" y="0"/>
                </a:lnTo>
                <a:lnTo>
                  <a:pt x="0" y="147"/>
                </a:lnTo>
                <a:lnTo>
                  <a:pt x="271" y="147"/>
                </a:lnTo>
                <a:lnTo>
                  <a:pt x="271" y="0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56" name="Freeform 137">
            <a:extLst>
              <a:ext uri="{FF2B5EF4-FFF2-40B4-BE49-F238E27FC236}">
                <a16:creationId xmlns:a16="http://schemas.microsoft.com/office/drawing/2014/main" id="{CFBA459D-7D93-4E57-A465-FCCD08227162}"/>
              </a:ext>
            </a:extLst>
          </p:cNvPr>
          <p:cNvSpPr>
            <a:spLocks noEditPoints="1"/>
          </p:cNvSpPr>
          <p:nvPr/>
        </p:nvSpPr>
        <p:spPr bwMode="auto">
          <a:xfrm>
            <a:off x="7837362" y="3195258"/>
            <a:ext cx="320575" cy="146208"/>
          </a:xfrm>
          <a:custGeom>
            <a:avLst/>
            <a:gdLst>
              <a:gd name="T0" fmla="*/ 0 w 231"/>
              <a:gd name="T1" fmla="*/ 105 h 105"/>
              <a:gd name="T2" fmla="*/ 3 w 231"/>
              <a:gd name="T3" fmla="*/ 105 h 105"/>
              <a:gd name="T4" fmla="*/ 6 w 231"/>
              <a:gd name="T5" fmla="*/ 105 h 105"/>
              <a:gd name="T6" fmla="*/ 10 w 231"/>
              <a:gd name="T7" fmla="*/ 105 h 105"/>
              <a:gd name="T8" fmla="*/ 221 w 231"/>
              <a:gd name="T9" fmla="*/ 105 h 105"/>
              <a:gd name="T10" fmla="*/ 225 w 231"/>
              <a:gd name="T11" fmla="*/ 105 h 105"/>
              <a:gd name="T12" fmla="*/ 228 w 231"/>
              <a:gd name="T13" fmla="*/ 105 h 105"/>
              <a:gd name="T14" fmla="*/ 231 w 231"/>
              <a:gd name="T15" fmla="*/ 105 h 105"/>
              <a:gd name="T16" fmla="*/ 231 w 231"/>
              <a:gd name="T17" fmla="*/ 46 h 105"/>
              <a:gd name="T18" fmla="*/ 176 w 231"/>
              <a:gd name="T19" fmla="*/ 46 h 105"/>
              <a:gd name="T20" fmla="*/ 184 w 231"/>
              <a:gd name="T21" fmla="*/ 42 h 105"/>
              <a:gd name="T22" fmla="*/ 210 w 231"/>
              <a:gd name="T23" fmla="*/ 5 h 105"/>
              <a:gd name="T24" fmla="*/ 196 w 231"/>
              <a:gd name="T25" fmla="*/ 0 h 105"/>
              <a:gd name="T26" fmla="*/ 183 w 231"/>
              <a:gd name="T27" fmla="*/ 1 h 105"/>
              <a:gd name="T28" fmla="*/ 158 w 231"/>
              <a:gd name="T29" fmla="*/ 9 h 105"/>
              <a:gd name="T30" fmla="*/ 117 w 231"/>
              <a:gd name="T31" fmla="*/ 44 h 105"/>
              <a:gd name="T32" fmla="*/ 116 w 231"/>
              <a:gd name="T33" fmla="*/ 45 h 105"/>
              <a:gd name="T34" fmla="*/ 116 w 231"/>
              <a:gd name="T35" fmla="*/ 44 h 105"/>
              <a:gd name="T36" fmla="*/ 74 w 231"/>
              <a:gd name="T37" fmla="*/ 9 h 105"/>
              <a:gd name="T38" fmla="*/ 50 w 231"/>
              <a:gd name="T39" fmla="*/ 1 h 105"/>
              <a:gd name="T40" fmla="*/ 37 w 231"/>
              <a:gd name="T41" fmla="*/ 0 h 105"/>
              <a:gd name="T42" fmla="*/ 23 w 231"/>
              <a:gd name="T43" fmla="*/ 5 h 105"/>
              <a:gd name="T44" fmla="*/ 48 w 231"/>
              <a:gd name="T45" fmla="*/ 42 h 105"/>
              <a:gd name="T46" fmla="*/ 57 w 231"/>
              <a:gd name="T47" fmla="*/ 46 h 105"/>
              <a:gd name="T48" fmla="*/ 0 w 231"/>
              <a:gd name="T49" fmla="*/ 46 h 105"/>
              <a:gd name="T50" fmla="*/ 0 w 231"/>
              <a:gd name="T51" fmla="*/ 105 h 105"/>
              <a:gd name="T52" fmla="*/ 159 w 231"/>
              <a:gd name="T53" fmla="*/ 25 h 105"/>
              <a:gd name="T54" fmla="*/ 193 w 231"/>
              <a:gd name="T55" fmla="*/ 14 h 105"/>
              <a:gd name="T56" fmla="*/ 196 w 231"/>
              <a:gd name="T57" fmla="*/ 14 h 105"/>
              <a:gd name="T58" fmla="*/ 192 w 231"/>
              <a:gd name="T59" fmla="*/ 21 h 105"/>
              <a:gd name="T60" fmla="*/ 184 w 231"/>
              <a:gd name="T61" fmla="*/ 26 h 105"/>
              <a:gd name="T62" fmla="*/ 165 w 231"/>
              <a:gd name="T63" fmla="*/ 35 h 105"/>
              <a:gd name="T64" fmla="*/ 138 w 231"/>
              <a:gd name="T65" fmla="*/ 41 h 105"/>
              <a:gd name="T66" fmla="*/ 159 w 231"/>
              <a:gd name="T67" fmla="*/ 25 h 105"/>
              <a:gd name="T68" fmla="*/ 49 w 231"/>
              <a:gd name="T69" fmla="*/ 26 h 105"/>
              <a:gd name="T70" fmla="*/ 40 w 231"/>
              <a:gd name="T71" fmla="*/ 21 h 105"/>
              <a:gd name="T72" fmla="*/ 36 w 231"/>
              <a:gd name="T73" fmla="*/ 14 h 105"/>
              <a:gd name="T74" fmla="*/ 39 w 231"/>
              <a:gd name="T75" fmla="*/ 14 h 105"/>
              <a:gd name="T76" fmla="*/ 73 w 231"/>
              <a:gd name="T77" fmla="*/ 25 h 105"/>
              <a:gd name="T78" fmla="*/ 94 w 231"/>
              <a:gd name="T79" fmla="*/ 41 h 105"/>
              <a:gd name="T80" fmla="*/ 68 w 231"/>
              <a:gd name="T81" fmla="*/ 35 h 105"/>
              <a:gd name="T82" fmla="*/ 49 w 231"/>
              <a:gd name="T83" fmla="*/ 26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31" h="105">
                <a:moveTo>
                  <a:pt x="0" y="105"/>
                </a:moveTo>
                <a:cubicBezTo>
                  <a:pt x="3" y="105"/>
                  <a:pt x="3" y="105"/>
                  <a:pt x="3" y="105"/>
                </a:cubicBezTo>
                <a:cubicBezTo>
                  <a:pt x="6" y="105"/>
                  <a:pt x="6" y="105"/>
                  <a:pt x="6" y="105"/>
                </a:cubicBezTo>
                <a:cubicBezTo>
                  <a:pt x="10" y="105"/>
                  <a:pt x="10" y="105"/>
                  <a:pt x="10" y="105"/>
                </a:cubicBezTo>
                <a:cubicBezTo>
                  <a:pt x="221" y="105"/>
                  <a:pt x="221" y="105"/>
                  <a:pt x="221" y="105"/>
                </a:cubicBezTo>
                <a:cubicBezTo>
                  <a:pt x="225" y="105"/>
                  <a:pt x="225" y="105"/>
                  <a:pt x="225" y="105"/>
                </a:cubicBezTo>
                <a:cubicBezTo>
                  <a:pt x="228" y="105"/>
                  <a:pt x="228" y="105"/>
                  <a:pt x="228" y="105"/>
                </a:cubicBezTo>
                <a:cubicBezTo>
                  <a:pt x="231" y="105"/>
                  <a:pt x="231" y="105"/>
                  <a:pt x="231" y="105"/>
                </a:cubicBezTo>
                <a:cubicBezTo>
                  <a:pt x="231" y="46"/>
                  <a:pt x="231" y="46"/>
                  <a:pt x="231" y="46"/>
                </a:cubicBezTo>
                <a:cubicBezTo>
                  <a:pt x="176" y="46"/>
                  <a:pt x="176" y="46"/>
                  <a:pt x="176" y="46"/>
                </a:cubicBezTo>
                <a:cubicBezTo>
                  <a:pt x="179" y="45"/>
                  <a:pt x="181" y="44"/>
                  <a:pt x="184" y="42"/>
                </a:cubicBezTo>
                <a:cubicBezTo>
                  <a:pt x="197" y="36"/>
                  <a:pt x="225" y="23"/>
                  <a:pt x="210" y="5"/>
                </a:cubicBezTo>
                <a:cubicBezTo>
                  <a:pt x="206" y="1"/>
                  <a:pt x="201" y="0"/>
                  <a:pt x="196" y="0"/>
                </a:cubicBezTo>
                <a:cubicBezTo>
                  <a:pt x="191" y="0"/>
                  <a:pt x="186" y="1"/>
                  <a:pt x="183" y="1"/>
                </a:cubicBezTo>
                <a:cubicBezTo>
                  <a:pt x="174" y="3"/>
                  <a:pt x="166" y="6"/>
                  <a:pt x="158" y="9"/>
                </a:cubicBezTo>
                <a:cubicBezTo>
                  <a:pt x="141" y="17"/>
                  <a:pt x="127" y="29"/>
                  <a:pt x="117" y="44"/>
                </a:cubicBezTo>
                <a:cubicBezTo>
                  <a:pt x="117" y="45"/>
                  <a:pt x="116" y="45"/>
                  <a:pt x="116" y="45"/>
                </a:cubicBezTo>
                <a:cubicBezTo>
                  <a:pt x="116" y="45"/>
                  <a:pt x="116" y="45"/>
                  <a:pt x="116" y="44"/>
                </a:cubicBezTo>
                <a:cubicBezTo>
                  <a:pt x="105" y="29"/>
                  <a:pt x="91" y="17"/>
                  <a:pt x="74" y="9"/>
                </a:cubicBezTo>
                <a:cubicBezTo>
                  <a:pt x="67" y="6"/>
                  <a:pt x="58" y="3"/>
                  <a:pt x="50" y="1"/>
                </a:cubicBezTo>
                <a:cubicBezTo>
                  <a:pt x="46" y="1"/>
                  <a:pt x="41" y="0"/>
                  <a:pt x="37" y="0"/>
                </a:cubicBezTo>
                <a:cubicBezTo>
                  <a:pt x="31" y="0"/>
                  <a:pt x="26" y="1"/>
                  <a:pt x="23" y="5"/>
                </a:cubicBezTo>
                <a:cubicBezTo>
                  <a:pt x="7" y="23"/>
                  <a:pt x="35" y="36"/>
                  <a:pt x="48" y="42"/>
                </a:cubicBezTo>
                <a:cubicBezTo>
                  <a:pt x="51" y="44"/>
                  <a:pt x="54" y="45"/>
                  <a:pt x="57" y="46"/>
                </a:cubicBezTo>
                <a:cubicBezTo>
                  <a:pt x="0" y="46"/>
                  <a:pt x="0" y="46"/>
                  <a:pt x="0" y="46"/>
                </a:cubicBezTo>
                <a:lnTo>
                  <a:pt x="0" y="105"/>
                </a:lnTo>
                <a:close/>
                <a:moveTo>
                  <a:pt x="159" y="25"/>
                </a:moveTo>
                <a:cubicBezTo>
                  <a:pt x="169" y="20"/>
                  <a:pt x="182" y="14"/>
                  <a:pt x="193" y="14"/>
                </a:cubicBezTo>
                <a:cubicBezTo>
                  <a:pt x="194" y="14"/>
                  <a:pt x="195" y="14"/>
                  <a:pt x="196" y="14"/>
                </a:cubicBezTo>
                <a:cubicBezTo>
                  <a:pt x="203" y="15"/>
                  <a:pt x="194" y="20"/>
                  <a:pt x="192" y="21"/>
                </a:cubicBezTo>
                <a:cubicBezTo>
                  <a:pt x="189" y="23"/>
                  <a:pt x="187" y="25"/>
                  <a:pt x="184" y="26"/>
                </a:cubicBezTo>
                <a:cubicBezTo>
                  <a:pt x="177" y="30"/>
                  <a:pt x="171" y="33"/>
                  <a:pt x="165" y="35"/>
                </a:cubicBezTo>
                <a:cubicBezTo>
                  <a:pt x="156" y="38"/>
                  <a:pt x="147" y="40"/>
                  <a:pt x="138" y="41"/>
                </a:cubicBezTo>
                <a:cubicBezTo>
                  <a:pt x="144" y="35"/>
                  <a:pt x="152" y="29"/>
                  <a:pt x="159" y="25"/>
                </a:cubicBezTo>
                <a:close/>
                <a:moveTo>
                  <a:pt x="49" y="26"/>
                </a:moveTo>
                <a:cubicBezTo>
                  <a:pt x="46" y="25"/>
                  <a:pt x="43" y="23"/>
                  <a:pt x="40" y="21"/>
                </a:cubicBezTo>
                <a:cubicBezTo>
                  <a:pt x="38" y="20"/>
                  <a:pt x="29" y="15"/>
                  <a:pt x="36" y="14"/>
                </a:cubicBezTo>
                <a:cubicBezTo>
                  <a:pt x="37" y="14"/>
                  <a:pt x="38" y="14"/>
                  <a:pt x="39" y="14"/>
                </a:cubicBezTo>
                <a:cubicBezTo>
                  <a:pt x="51" y="14"/>
                  <a:pt x="63" y="20"/>
                  <a:pt x="73" y="25"/>
                </a:cubicBezTo>
                <a:cubicBezTo>
                  <a:pt x="81" y="29"/>
                  <a:pt x="88" y="35"/>
                  <a:pt x="94" y="41"/>
                </a:cubicBezTo>
                <a:cubicBezTo>
                  <a:pt x="85" y="40"/>
                  <a:pt x="76" y="38"/>
                  <a:pt x="68" y="35"/>
                </a:cubicBezTo>
                <a:cubicBezTo>
                  <a:pt x="61" y="33"/>
                  <a:pt x="55" y="30"/>
                  <a:pt x="49" y="26"/>
                </a:cubicBez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57" name="Rectangle 26">
            <a:extLst>
              <a:ext uri="{FF2B5EF4-FFF2-40B4-BE49-F238E27FC236}">
                <a16:creationId xmlns:a16="http://schemas.microsoft.com/office/drawing/2014/main" id="{550A702E-BB52-412C-BF14-A9D79B9B21C3}"/>
              </a:ext>
            </a:extLst>
          </p:cNvPr>
          <p:cNvSpPr/>
          <p:nvPr/>
        </p:nvSpPr>
        <p:spPr>
          <a:xfrm>
            <a:off x="1464622" y="4576781"/>
            <a:ext cx="16534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57200">
              <a:lnSpc>
                <a:spcPct val="150000"/>
              </a:lnSpc>
              <a:defRPr/>
            </a:pP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Lorem ipsum dolor sit amet,</a:t>
            </a:r>
            <a:r>
              <a:rPr lang="en-US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 </a:t>
            </a: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consectetur adipiscing elit. Ut</a:t>
            </a:r>
          </a:p>
        </p:txBody>
      </p:sp>
      <p:sp>
        <p:nvSpPr>
          <p:cNvPr id="158" name="Rectangle 26">
            <a:extLst>
              <a:ext uri="{FF2B5EF4-FFF2-40B4-BE49-F238E27FC236}">
                <a16:creationId xmlns:a16="http://schemas.microsoft.com/office/drawing/2014/main" id="{DAD26C50-7363-459C-9B07-C5D61191136B}"/>
              </a:ext>
            </a:extLst>
          </p:cNvPr>
          <p:cNvSpPr/>
          <p:nvPr/>
        </p:nvSpPr>
        <p:spPr>
          <a:xfrm>
            <a:off x="3364505" y="4576781"/>
            <a:ext cx="16534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57200">
              <a:lnSpc>
                <a:spcPct val="150000"/>
              </a:lnSpc>
              <a:defRPr/>
            </a:pP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Lorem ipsum dolor sit amet,</a:t>
            </a:r>
            <a:r>
              <a:rPr lang="en-US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 </a:t>
            </a: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consectetur adipiscing elit. Ut</a:t>
            </a:r>
          </a:p>
        </p:txBody>
      </p:sp>
      <p:sp>
        <p:nvSpPr>
          <p:cNvPr id="159" name="Rectangle 26">
            <a:extLst>
              <a:ext uri="{FF2B5EF4-FFF2-40B4-BE49-F238E27FC236}">
                <a16:creationId xmlns:a16="http://schemas.microsoft.com/office/drawing/2014/main" id="{F9642084-B034-42D9-B29E-668840AE19A0}"/>
              </a:ext>
            </a:extLst>
          </p:cNvPr>
          <p:cNvSpPr/>
          <p:nvPr/>
        </p:nvSpPr>
        <p:spPr>
          <a:xfrm>
            <a:off x="5269268" y="4576781"/>
            <a:ext cx="16534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57200">
              <a:lnSpc>
                <a:spcPct val="150000"/>
              </a:lnSpc>
              <a:defRPr/>
            </a:pP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Lorem ipsum dolor sit amet,</a:t>
            </a:r>
            <a:r>
              <a:rPr lang="en-US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 </a:t>
            </a: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consectetur adipiscing elit. Ut</a:t>
            </a:r>
          </a:p>
        </p:txBody>
      </p:sp>
      <p:sp>
        <p:nvSpPr>
          <p:cNvPr id="160" name="Rectangle 26">
            <a:extLst>
              <a:ext uri="{FF2B5EF4-FFF2-40B4-BE49-F238E27FC236}">
                <a16:creationId xmlns:a16="http://schemas.microsoft.com/office/drawing/2014/main" id="{961563A2-5266-40CA-B6CD-39B67CEAFAE1}"/>
              </a:ext>
            </a:extLst>
          </p:cNvPr>
          <p:cNvSpPr/>
          <p:nvPr/>
        </p:nvSpPr>
        <p:spPr>
          <a:xfrm>
            <a:off x="7174031" y="4576781"/>
            <a:ext cx="16534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57200">
              <a:lnSpc>
                <a:spcPct val="150000"/>
              </a:lnSpc>
              <a:defRPr/>
            </a:pP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Lorem ipsum dolor sit amet,</a:t>
            </a:r>
            <a:r>
              <a:rPr lang="en-US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 </a:t>
            </a: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consectetur adipiscing elit. Ut</a:t>
            </a:r>
          </a:p>
        </p:txBody>
      </p:sp>
      <p:sp>
        <p:nvSpPr>
          <p:cNvPr id="161" name="Rectangle 26">
            <a:extLst>
              <a:ext uri="{FF2B5EF4-FFF2-40B4-BE49-F238E27FC236}">
                <a16:creationId xmlns:a16="http://schemas.microsoft.com/office/drawing/2014/main" id="{894D9C64-A1CE-4F67-8E41-B6B4E1FF60C8}"/>
              </a:ext>
            </a:extLst>
          </p:cNvPr>
          <p:cNvSpPr/>
          <p:nvPr/>
        </p:nvSpPr>
        <p:spPr>
          <a:xfrm>
            <a:off x="9032734" y="4576781"/>
            <a:ext cx="16534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57200">
              <a:lnSpc>
                <a:spcPct val="150000"/>
              </a:lnSpc>
              <a:defRPr/>
            </a:pP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Lorem ipsum dolor sit amet,</a:t>
            </a:r>
            <a:r>
              <a:rPr lang="en-US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 </a:t>
            </a: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consectetur adipiscing elit. Ut</a:t>
            </a:r>
          </a:p>
        </p:txBody>
      </p:sp>
      <p:sp>
        <p:nvSpPr>
          <p:cNvPr id="162" name="Rectangle 15">
            <a:extLst>
              <a:ext uri="{FF2B5EF4-FFF2-40B4-BE49-F238E27FC236}">
                <a16:creationId xmlns:a16="http://schemas.microsoft.com/office/drawing/2014/main" id="{AE12E147-38CE-498A-86DB-6D665C480937}"/>
              </a:ext>
            </a:extLst>
          </p:cNvPr>
          <p:cNvSpPr/>
          <p:nvPr/>
        </p:nvSpPr>
        <p:spPr>
          <a:xfrm>
            <a:off x="1088353" y="1249410"/>
            <a:ext cx="9901664" cy="609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lnSpc>
                <a:spcPct val="150000"/>
              </a:lnSpc>
              <a:defRPr/>
            </a:pP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Lorem ipsum dolor sit amet, consectetur adipiscing elit. Ut lobortis purus aliquam erat condimentum fermentum. Phasellus sed nisl</a:t>
            </a:r>
            <a:r>
              <a:rPr lang="en-US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 </a:t>
            </a:r>
            <a:r>
              <a:rPr lang="tr-TR" altLang="zh-CN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Lorem ipsum dolor sit amet, consectetur adipiscing elit. Ut lobortis purus aliquam erat condimentum fermentum. Phasellus sed nisl</a:t>
            </a:r>
            <a:r>
              <a:rPr lang="en-US" altLang="zh-CN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 </a:t>
            </a:r>
            <a:r>
              <a:rPr lang="tr-TR" altLang="zh-CN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Lorem ipsum dolor sit amet, consectetur adipiscing elit. Ut lobortis purus aliquam erat condimentum fermentum. Phasellus sed nisl</a:t>
            </a:r>
            <a:r>
              <a:rPr lang="en-US" altLang="zh-CN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 </a:t>
            </a:r>
            <a:endParaRPr lang="tr-TR" altLang="zh-CN" sz="1200" kern="0" dirty="0">
              <a:solidFill>
                <a:prstClr val="white">
                  <a:lumMod val="95000"/>
                </a:prstClr>
              </a:solidFill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63" name="TextBox 88">
            <a:extLst>
              <a:ext uri="{FF2B5EF4-FFF2-40B4-BE49-F238E27FC236}">
                <a16:creationId xmlns:a16="http://schemas.microsoft.com/office/drawing/2014/main" id="{FE6E553F-DEE8-4697-BBA0-DA4AB68CDB3A}"/>
              </a:ext>
            </a:extLst>
          </p:cNvPr>
          <p:cNvSpPr txBox="1"/>
          <p:nvPr/>
        </p:nvSpPr>
        <p:spPr>
          <a:xfrm>
            <a:off x="4763671" y="506638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2800" b="1" kern="0" dirty="0">
                <a:solidFill>
                  <a:srgbClr val="00FF00"/>
                </a:solidFill>
                <a:effectLst>
                  <a:outerShdw blurRad="12700" dist="254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ea typeface="微软雅黑"/>
              </a:rPr>
              <a:t>ABOUT MAZE DESIGN</a:t>
            </a:r>
            <a:endParaRPr lang="zh-CN" altLang="en-US" sz="2800" b="1" kern="0" dirty="0">
              <a:solidFill>
                <a:srgbClr val="00FF00"/>
              </a:solidFill>
              <a:effectLst>
                <a:outerShdw blurRad="12700" dist="254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B6173E6-2B6C-49D5-9307-D0267C7DCD85}"/>
              </a:ext>
            </a:extLst>
          </p:cNvPr>
          <p:cNvSpPr/>
          <p:nvPr/>
        </p:nvSpPr>
        <p:spPr>
          <a:xfrm>
            <a:off x="350326" y="1046565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6000" b="1" kern="0" dirty="0">
                <a:solidFill>
                  <a:srgbClr val="00FF00"/>
                </a:solidFill>
                <a:effectLst>
                  <a:outerShdw blurRad="12700" dist="254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ea typeface="微软雅黑"/>
              </a:rPr>
              <a:t>“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1B7B32E9-ECA7-48D2-B464-B9240D3EE6C9}"/>
              </a:ext>
            </a:extLst>
          </p:cNvPr>
          <p:cNvSpPr/>
          <p:nvPr/>
        </p:nvSpPr>
        <p:spPr>
          <a:xfrm>
            <a:off x="10411317" y="1545790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6000" b="1" kern="0" dirty="0">
                <a:solidFill>
                  <a:srgbClr val="00FF00"/>
                </a:solidFill>
                <a:effectLst>
                  <a:outerShdw blurRad="12700" dist="254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ea typeface="微软雅黑"/>
              </a:rPr>
              <a:t>“</a:t>
            </a:r>
          </a:p>
        </p:txBody>
      </p:sp>
      <p:cxnSp>
        <p:nvCxnSpPr>
          <p:cNvPr id="167" name="Line 92">
            <a:extLst>
              <a:ext uri="{FF2B5EF4-FFF2-40B4-BE49-F238E27FC236}">
                <a16:creationId xmlns:a16="http://schemas.microsoft.com/office/drawing/2014/main" id="{A6087C65-1EE7-4E28-BF07-0633C7076D4F}"/>
              </a:ext>
            </a:extLst>
          </p:cNvPr>
          <p:cNvCxnSpPr/>
          <p:nvPr/>
        </p:nvCxnSpPr>
        <p:spPr>
          <a:xfrm>
            <a:off x="4048012" y="1150252"/>
            <a:ext cx="3982346" cy="0"/>
          </a:xfrm>
          <a:prstGeom prst="line">
            <a:avLst/>
          </a:prstGeom>
          <a:noFill/>
          <a:ln w="12700" cap="flat" cmpd="sng" algn="ctr">
            <a:solidFill>
              <a:srgbClr val="00FF00">
                <a:alpha val="55000"/>
              </a:srgbClr>
            </a:solidFill>
            <a:prstDash val="solid"/>
            <a:miter lim="800000"/>
          </a:ln>
          <a:effectLst/>
        </p:spPr>
      </p:cxnSp>
      <p:sp>
        <p:nvSpPr>
          <p:cNvPr id="168" name="Rectangle 167">
            <a:extLst>
              <a:ext uri="{FF2B5EF4-FFF2-40B4-BE49-F238E27FC236}">
                <a16:creationId xmlns:a16="http://schemas.microsoft.com/office/drawing/2014/main" id="{DE28A8D8-8B9F-4CA2-B126-0A57F121153B}"/>
              </a:ext>
            </a:extLst>
          </p:cNvPr>
          <p:cNvSpPr/>
          <p:nvPr/>
        </p:nvSpPr>
        <p:spPr>
          <a:xfrm>
            <a:off x="5211185" y="1132252"/>
            <a:ext cx="1656000" cy="36000"/>
          </a:xfrm>
          <a:prstGeom prst="rect">
            <a:avLst/>
          </a:prstGeom>
          <a:solidFill>
            <a:srgbClr val="00FF00"/>
          </a:solidFill>
          <a:ln w="12700" cap="flat" cmpd="sng" algn="ctr">
            <a:noFill/>
            <a:prstDash val="solid"/>
            <a:miter lim="800000"/>
          </a:ln>
          <a:effectLst>
            <a:outerShdw blurRad="76200" dist="25400" dir="2700000" algn="tl" rotWithShape="0">
              <a:prstClr val="black">
                <a:alpha val="3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gency FB" panose="020F0502020204030204"/>
              <a:ea typeface="微软雅黑"/>
              <a:cs typeface="+mn-cs"/>
            </a:endParaRPr>
          </a:p>
        </p:txBody>
      </p:sp>
      <p:sp>
        <p:nvSpPr>
          <p:cNvPr id="170" name="Rectangle 6">
            <a:extLst>
              <a:ext uri="{FF2B5EF4-FFF2-40B4-BE49-F238E27FC236}">
                <a16:creationId xmlns:a16="http://schemas.microsoft.com/office/drawing/2014/main" id="{0A008310-080D-443F-881F-BCBB157583B8}"/>
              </a:ext>
            </a:extLst>
          </p:cNvPr>
          <p:cNvSpPr/>
          <p:nvPr/>
        </p:nvSpPr>
        <p:spPr>
          <a:xfrm>
            <a:off x="202000" y="202000"/>
            <a:ext cx="245601" cy="24560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71" name="Rectangle 2">
            <a:extLst>
              <a:ext uri="{FF2B5EF4-FFF2-40B4-BE49-F238E27FC236}">
                <a16:creationId xmlns:a16="http://schemas.microsoft.com/office/drawing/2014/main" id="{6C64721D-5B92-4CD6-87AE-6F4AEFB9B302}"/>
              </a:ext>
            </a:extLst>
          </p:cNvPr>
          <p:cNvSpPr/>
          <p:nvPr/>
        </p:nvSpPr>
        <p:spPr>
          <a:xfrm>
            <a:off x="-1522" y="405521"/>
            <a:ext cx="245601" cy="245601"/>
          </a:xfrm>
          <a:prstGeom prst="rect">
            <a:avLst/>
          </a:prstGeom>
          <a:solidFill>
            <a:srgbClr val="C00000"/>
          </a:solidFill>
          <a:ln w="12700" cap="flat" cmpd="sng" algn="ctr">
            <a:solidFill>
              <a:srgbClr val="00FF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72" name="Rectangle 7">
            <a:extLst>
              <a:ext uri="{FF2B5EF4-FFF2-40B4-BE49-F238E27FC236}">
                <a16:creationId xmlns:a16="http://schemas.microsoft.com/office/drawing/2014/main" id="{42114C7B-61C7-471F-8B1F-CEC368D8B3F8}"/>
              </a:ext>
            </a:extLst>
          </p:cNvPr>
          <p:cNvSpPr/>
          <p:nvPr/>
        </p:nvSpPr>
        <p:spPr>
          <a:xfrm>
            <a:off x="405521" y="-1521"/>
            <a:ext cx="245601" cy="245601"/>
          </a:xfrm>
          <a:prstGeom prst="rect">
            <a:avLst/>
          </a:prstGeom>
          <a:solidFill>
            <a:srgbClr val="C00000"/>
          </a:solidFill>
          <a:ln w="12700" cap="flat" cmpd="sng" algn="ctr">
            <a:solidFill>
              <a:srgbClr val="00FF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74" name="Rectangle 6">
            <a:extLst>
              <a:ext uri="{FF2B5EF4-FFF2-40B4-BE49-F238E27FC236}">
                <a16:creationId xmlns:a16="http://schemas.microsoft.com/office/drawing/2014/main" id="{0CF3405F-0EF4-42C6-9A81-4BD9284B98CD}"/>
              </a:ext>
            </a:extLst>
          </p:cNvPr>
          <p:cNvSpPr/>
          <p:nvPr/>
        </p:nvSpPr>
        <p:spPr>
          <a:xfrm rot="16200000" flipV="1">
            <a:off x="11976896" y="6642896"/>
            <a:ext cx="215104" cy="215104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75" name="Rectangle 2">
            <a:extLst>
              <a:ext uri="{FF2B5EF4-FFF2-40B4-BE49-F238E27FC236}">
                <a16:creationId xmlns:a16="http://schemas.microsoft.com/office/drawing/2014/main" id="{F9D206EB-B1A1-4A37-A415-A5D023641844}"/>
              </a:ext>
            </a:extLst>
          </p:cNvPr>
          <p:cNvSpPr/>
          <p:nvPr/>
        </p:nvSpPr>
        <p:spPr>
          <a:xfrm rot="16200000" flipV="1">
            <a:off x="11910222" y="6571459"/>
            <a:ext cx="161434" cy="161434"/>
          </a:xfrm>
          <a:prstGeom prst="rect">
            <a:avLst/>
          </a:prstGeom>
          <a:solidFill>
            <a:srgbClr val="00FF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4881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光, 模糊 的圖片&#10;&#10;自動產生的描述">
            <a:extLst>
              <a:ext uri="{FF2B5EF4-FFF2-40B4-BE49-F238E27FC236}">
                <a16:creationId xmlns:a16="http://schemas.microsoft.com/office/drawing/2014/main" id="{2EB5AACB-D0FC-4029-BA97-5255A897A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"/>
            <a:ext cx="12192000" cy="6856781"/>
          </a:xfrm>
          <a:prstGeom prst="rect">
            <a:avLst/>
          </a:prstGeom>
        </p:spPr>
      </p:pic>
      <p:pic>
        <p:nvPicPr>
          <p:cNvPr id="4" name="圖片 7" descr="卡通人物&#10;&#10;描述已自动生成">
            <a:extLst>
              <a:ext uri="{FF2B5EF4-FFF2-40B4-BE49-F238E27FC236}">
                <a16:creationId xmlns:a16="http://schemas.microsoft.com/office/drawing/2014/main" id="{097178B7-0A1C-46B9-A12A-3979D9435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365" y="2313363"/>
            <a:ext cx="5594264" cy="5594264"/>
          </a:xfrm>
          <a:prstGeom prst="rect">
            <a:avLst/>
          </a:prstGeom>
        </p:spPr>
      </p:pic>
      <p:sp>
        <p:nvSpPr>
          <p:cNvPr id="5" name="文字方塊 8">
            <a:extLst>
              <a:ext uri="{FF2B5EF4-FFF2-40B4-BE49-F238E27FC236}">
                <a16:creationId xmlns:a16="http://schemas.microsoft.com/office/drawing/2014/main" id="{1D31C908-9D2D-49F2-B626-7452D517E5CB}"/>
              </a:ext>
            </a:extLst>
          </p:cNvPr>
          <p:cNvSpPr txBox="1"/>
          <p:nvPr/>
        </p:nvSpPr>
        <p:spPr>
          <a:xfrm>
            <a:off x="3202474" y="1289239"/>
            <a:ext cx="2031325" cy="463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lnSpc>
                <a:spcPct val="150000"/>
              </a:lnSpc>
              <a:defRPr>
                <a:solidFill>
                  <a:prstClr val="white"/>
                </a:solidFill>
                <a:latin typeface="Noto Sans CJK TC Bold" panose="020B0800000000000000" pitchFamily="34" charset="-120"/>
                <a:ea typeface="Noto Sans CJK TC Bold" panose="020B0800000000000000" pitchFamily="34" charset="-120"/>
                <a:cs typeface="阿里巴巴普惠体 M" panose="00020600040101010101" pitchFamily="18" charset="-122"/>
              </a:defRPr>
            </a:lvl1pPr>
          </a:lstStyle>
          <a:p>
            <a:r>
              <a:rPr lang="zh-TW" altLang="en-US" dirty="0">
                <a:solidFill>
                  <a:schemeClr val="accent1"/>
                </a:solidFill>
              </a:rPr>
              <a:t>請在此輸入小標題</a:t>
            </a:r>
          </a:p>
        </p:txBody>
      </p:sp>
      <p:sp>
        <p:nvSpPr>
          <p:cNvPr id="6" name="文字方塊 7">
            <a:extLst>
              <a:ext uri="{FF2B5EF4-FFF2-40B4-BE49-F238E27FC236}">
                <a16:creationId xmlns:a16="http://schemas.microsoft.com/office/drawing/2014/main" id="{246DB57C-5B15-4FDD-A498-3826C8E95DC2}"/>
              </a:ext>
            </a:extLst>
          </p:cNvPr>
          <p:cNvSpPr txBox="1"/>
          <p:nvPr/>
        </p:nvSpPr>
        <p:spPr>
          <a:xfrm>
            <a:off x="2506793" y="1750573"/>
            <a:ext cx="3357676" cy="894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lnSpc>
                <a:spcPct val="120000"/>
              </a:lnSpc>
              <a:defRPr sz="1200">
                <a:solidFill>
                  <a:prstClr val="white">
                    <a:alpha val="80000"/>
                  </a:prstClr>
                </a:solidFill>
                <a:latin typeface="Noto Sans CJK TC Regular" panose="020B0500000000000000" pitchFamily="34" charset="-120"/>
                <a:ea typeface="Noto Sans CJK TC Regular" panose="020B0500000000000000" pitchFamily="34" charset="-120"/>
                <a:cs typeface="阿里巴巴普惠体 R" panose="00020600040101010101" pitchFamily="18" charset="-122"/>
              </a:defRPr>
            </a:lvl1pPr>
          </a:lstStyle>
          <a:p>
            <a:r>
              <a:rPr lang="zh-TW" altLang="en-US" dirty="0">
                <a:solidFill>
                  <a:srgbClr val="7030A0">
                    <a:alpha val="80000"/>
                  </a:srgbClr>
                </a:solidFill>
              </a:rPr>
              <a:t>在此輸入內容文字在此輸入內容文字</a:t>
            </a:r>
          </a:p>
          <a:p>
            <a:r>
              <a:rPr lang="zh-TW" altLang="en-US" dirty="0">
                <a:solidFill>
                  <a:srgbClr val="7030A0">
                    <a:alpha val="80000"/>
                  </a:srgbClr>
                </a:solidFill>
              </a:rPr>
              <a:t>在此輸入內容文字在此輸入內容文字</a:t>
            </a:r>
          </a:p>
          <a:p>
            <a:r>
              <a:rPr lang="zh-TW" altLang="en-US" dirty="0">
                <a:solidFill>
                  <a:srgbClr val="7030A0">
                    <a:alpha val="80000"/>
                  </a:srgbClr>
                </a:solidFill>
              </a:rPr>
              <a:t>在此輸入內容文字在此輸入內容文字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AB358C9-71A6-4E26-B1E5-E6461684A54F}"/>
              </a:ext>
            </a:extLst>
          </p:cNvPr>
          <p:cNvSpPr txBox="1"/>
          <p:nvPr/>
        </p:nvSpPr>
        <p:spPr>
          <a:xfrm>
            <a:off x="1232210" y="3582256"/>
            <a:ext cx="2031325" cy="463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dirty="0">
                <a:solidFill>
                  <a:schemeClr val="accent1"/>
                </a:solidFill>
                <a:latin typeface="Noto Sans CJK TC Bold" panose="020B0800000000000000" pitchFamily="34" charset="-120"/>
                <a:ea typeface="Noto Sans CJK TC Bold" panose="020B0800000000000000" pitchFamily="34" charset="-120"/>
                <a:cs typeface="阿里巴巴普惠体 M" panose="00020600040101010101" pitchFamily="18" charset="-122"/>
              </a:rPr>
              <a:t>請在此</a:t>
            </a:r>
            <a:r>
              <a:rPr lang="zh-CN" altLang="en-US" dirty="0">
                <a:solidFill>
                  <a:schemeClr val="accent1"/>
                </a:solidFill>
                <a:latin typeface="Noto Sans CJK TC Bold" panose="020B0800000000000000" pitchFamily="34" charset="-120"/>
                <a:ea typeface="Noto Sans CJK TC Bold" panose="020B0800000000000000" pitchFamily="34" charset="-120"/>
                <a:cs typeface="阿里巴巴普惠体 M" panose="00020600040101010101" pitchFamily="18" charset="-122"/>
              </a:rPr>
              <a:t>輸入小標題</a:t>
            </a:r>
          </a:p>
        </p:txBody>
      </p:sp>
      <p:sp>
        <p:nvSpPr>
          <p:cNvPr id="8" name="文字方塊 5">
            <a:extLst>
              <a:ext uri="{FF2B5EF4-FFF2-40B4-BE49-F238E27FC236}">
                <a16:creationId xmlns:a16="http://schemas.microsoft.com/office/drawing/2014/main" id="{8AD42C75-4ED5-4015-8D9F-489181D00DFE}"/>
              </a:ext>
            </a:extLst>
          </p:cNvPr>
          <p:cNvSpPr txBox="1"/>
          <p:nvPr/>
        </p:nvSpPr>
        <p:spPr>
          <a:xfrm>
            <a:off x="764382" y="4043590"/>
            <a:ext cx="2966982" cy="89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lnSpc>
                <a:spcPct val="120000"/>
              </a:lnSpc>
              <a:defRPr sz="1200">
                <a:solidFill>
                  <a:prstClr val="white">
                    <a:alpha val="80000"/>
                  </a:prstClr>
                </a:solidFill>
                <a:latin typeface="Noto Sans CJK TC Regular" panose="020B0500000000000000" pitchFamily="34" charset="-120"/>
                <a:ea typeface="Noto Sans CJK TC Regular" panose="020B0500000000000000" pitchFamily="34" charset="-120"/>
                <a:cs typeface="阿里巴巴普惠体 R" panose="00020600040101010101" pitchFamily="18" charset="-122"/>
              </a:defRPr>
            </a:lvl1pPr>
          </a:lstStyle>
          <a:p>
            <a:r>
              <a:rPr lang="zh-TW" altLang="en-US" dirty="0">
                <a:solidFill>
                  <a:srgbClr val="7030A0">
                    <a:alpha val="80000"/>
                  </a:srgbClr>
                </a:solidFill>
              </a:rPr>
              <a:t>在此輸入內容文字在此輸入內容文字</a:t>
            </a:r>
            <a:endParaRPr lang="en-US" altLang="zh-TW" dirty="0">
              <a:solidFill>
                <a:srgbClr val="7030A0">
                  <a:alpha val="80000"/>
                </a:srgbClr>
              </a:solidFill>
            </a:endParaRPr>
          </a:p>
          <a:p>
            <a:r>
              <a:rPr lang="zh-TW" altLang="en-US" dirty="0">
                <a:solidFill>
                  <a:srgbClr val="7030A0">
                    <a:alpha val="80000"/>
                  </a:srgbClr>
                </a:solidFill>
              </a:rPr>
              <a:t>在此輸入內容文字在此輸入內容文字</a:t>
            </a:r>
            <a:endParaRPr lang="zh-CN" altLang="en-US" dirty="0">
              <a:solidFill>
                <a:srgbClr val="7030A0">
                  <a:alpha val="80000"/>
                </a:srgbClr>
              </a:solidFill>
            </a:endParaRPr>
          </a:p>
          <a:p>
            <a:r>
              <a:rPr lang="zh-TW" altLang="en-US" dirty="0">
                <a:solidFill>
                  <a:srgbClr val="7030A0">
                    <a:alpha val="80000"/>
                  </a:srgbClr>
                </a:solidFill>
              </a:rPr>
              <a:t>在此輸入內容文字在此輸入內容文字</a:t>
            </a:r>
            <a:endParaRPr lang="zh-CN" altLang="en-US" dirty="0">
              <a:solidFill>
                <a:srgbClr val="7030A0">
                  <a:alpha val="80000"/>
                </a:srgbClr>
              </a:solidFill>
            </a:endParaRPr>
          </a:p>
        </p:txBody>
      </p:sp>
      <p:sp>
        <p:nvSpPr>
          <p:cNvPr id="9" name="文字方塊 4">
            <a:extLst>
              <a:ext uri="{FF2B5EF4-FFF2-40B4-BE49-F238E27FC236}">
                <a16:creationId xmlns:a16="http://schemas.microsoft.com/office/drawing/2014/main" id="{ABBAC121-5C3F-4FA7-8C7B-051E2F10BDA3}"/>
              </a:ext>
            </a:extLst>
          </p:cNvPr>
          <p:cNvSpPr txBox="1"/>
          <p:nvPr/>
        </p:nvSpPr>
        <p:spPr>
          <a:xfrm>
            <a:off x="6942425" y="1289239"/>
            <a:ext cx="2031325" cy="463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lnSpc>
                <a:spcPct val="150000"/>
              </a:lnSpc>
              <a:defRPr>
                <a:solidFill>
                  <a:prstClr val="white"/>
                </a:solidFill>
                <a:latin typeface="Noto Sans CJK TC Bold" panose="020B0800000000000000" pitchFamily="34" charset="-120"/>
                <a:ea typeface="Noto Sans CJK TC Bold" panose="020B0800000000000000" pitchFamily="34" charset="-120"/>
                <a:cs typeface="阿里巴巴普惠体 M" panose="00020600040101010101" pitchFamily="18" charset="-122"/>
              </a:defRPr>
            </a:lvl1pPr>
          </a:lstStyle>
          <a:p>
            <a:r>
              <a:rPr lang="zh-TW" altLang="en-US" dirty="0">
                <a:solidFill>
                  <a:schemeClr val="accent1"/>
                </a:solidFill>
              </a:rPr>
              <a:t>請在此輸入小標題</a:t>
            </a:r>
          </a:p>
        </p:txBody>
      </p:sp>
      <p:sp>
        <p:nvSpPr>
          <p:cNvPr id="10" name="文字方塊 3">
            <a:extLst>
              <a:ext uri="{FF2B5EF4-FFF2-40B4-BE49-F238E27FC236}">
                <a16:creationId xmlns:a16="http://schemas.microsoft.com/office/drawing/2014/main" id="{164F77ED-ABDF-4F8E-975C-87997893831C}"/>
              </a:ext>
            </a:extLst>
          </p:cNvPr>
          <p:cNvSpPr txBox="1"/>
          <p:nvPr/>
        </p:nvSpPr>
        <p:spPr>
          <a:xfrm>
            <a:off x="6254621" y="1750573"/>
            <a:ext cx="3290708" cy="894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lnSpc>
                <a:spcPct val="120000"/>
              </a:lnSpc>
              <a:defRPr sz="1200">
                <a:solidFill>
                  <a:prstClr val="white">
                    <a:alpha val="80000"/>
                  </a:prstClr>
                </a:solidFill>
                <a:latin typeface="Noto Sans CJK TC Regular" panose="020B0500000000000000" pitchFamily="34" charset="-120"/>
                <a:ea typeface="Noto Sans CJK TC Regular" panose="020B0500000000000000" pitchFamily="34" charset="-120"/>
                <a:cs typeface="阿里巴巴普惠体 R" panose="00020600040101010101" pitchFamily="18" charset="-122"/>
              </a:defRPr>
            </a:lvl1pPr>
          </a:lstStyle>
          <a:p>
            <a:r>
              <a:rPr lang="zh-TW" altLang="en-US" dirty="0">
                <a:solidFill>
                  <a:srgbClr val="7030A0">
                    <a:alpha val="80000"/>
                  </a:srgbClr>
                </a:solidFill>
              </a:rPr>
              <a:t>在此輸入內容文字在此輸入內容文字</a:t>
            </a:r>
          </a:p>
          <a:p>
            <a:r>
              <a:rPr lang="zh-TW" altLang="en-US" dirty="0">
                <a:solidFill>
                  <a:srgbClr val="7030A0">
                    <a:alpha val="80000"/>
                  </a:srgbClr>
                </a:solidFill>
              </a:rPr>
              <a:t>在此輸入內容文字在此輸入內容文字</a:t>
            </a:r>
          </a:p>
          <a:p>
            <a:r>
              <a:rPr lang="zh-TW" altLang="en-US" dirty="0">
                <a:solidFill>
                  <a:srgbClr val="7030A0">
                    <a:alpha val="80000"/>
                  </a:srgbClr>
                </a:solidFill>
              </a:rPr>
              <a:t>在此輸入內容文字在此輸入內容文字</a:t>
            </a:r>
          </a:p>
        </p:txBody>
      </p:sp>
      <p:sp>
        <p:nvSpPr>
          <p:cNvPr id="11" name="文字方塊 2">
            <a:extLst>
              <a:ext uri="{FF2B5EF4-FFF2-40B4-BE49-F238E27FC236}">
                <a16:creationId xmlns:a16="http://schemas.microsoft.com/office/drawing/2014/main" id="{727F1F83-B0B4-413D-955F-DEF4E6626B78}"/>
              </a:ext>
            </a:extLst>
          </p:cNvPr>
          <p:cNvSpPr txBox="1"/>
          <p:nvPr/>
        </p:nvSpPr>
        <p:spPr>
          <a:xfrm>
            <a:off x="8851471" y="3582256"/>
            <a:ext cx="2031325" cy="463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lnSpc>
                <a:spcPct val="150000"/>
              </a:lnSpc>
              <a:defRPr>
                <a:solidFill>
                  <a:prstClr val="white"/>
                </a:solidFill>
                <a:latin typeface="Noto Sans CJK TC Bold" panose="020B0800000000000000" pitchFamily="34" charset="-120"/>
                <a:ea typeface="Noto Sans CJK TC Bold" panose="020B0800000000000000" pitchFamily="34" charset="-120"/>
                <a:cs typeface="阿里巴巴普惠体 M" panose="00020600040101010101" pitchFamily="18" charset="-122"/>
              </a:defRPr>
            </a:lvl1pPr>
          </a:lstStyle>
          <a:p>
            <a:r>
              <a:rPr lang="zh-TW" altLang="en-US" dirty="0">
                <a:solidFill>
                  <a:schemeClr val="accent1"/>
                </a:solidFill>
              </a:rPr>
              <a:t>請在此輸入小標題</a:t>
            </a:r>
          </a:p>
        </p:txBody>
      </p:sp>
      <p:sp>
        <p:nvSpPr>
          <p:cNvPr id="12" name="文字方塊 1">
            <a:extLst>
              <a:ext uri="{FF2B5EF4-FFF2-40B4-BE49-F238E27FC236}">
                <a16:creationId xmlns:a16="http://schemas.microsoft.com/office/drawing/2014/main" id="{ABE08D21-69A1-40F5-AC57-5B916FAEE014}"/>
              </a:ext>
            </a:extLst>
          </p:cNvPr>
          <p:cNvSpPr txBox="1"/>
          <p:nvPr/>
        </p:nvSpPr>
        <p:spPr>
          <a:xfrm>
            <a:off x="8383644" y="4043590"/>
            <a:ext cx="2966981" cy="741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1200" dirty="0">
                <a:solidFill>
                  <a:srgbClr val="7030A0">
                    <a:alpha val="80000"/>
                  </a:srgbClr>
                </a:solidFill>
                <a:latin typeface="Noto Sans CJK TC Regular" panose="020B0500000000000000" pitchFamily="34" charset="-120"/>
                <a:ea typeface="Noto Sans CJK TC Regular" panose="020B0500000000000000" pitchFamily="34" charset="-120"/>
                <a:cs typeface="阿里巴巴普惠体 R" panose="00020600040101010101" pitchFamily="18" charset="-122"/>
              </a:rPr>
              <a:t>在此輸入內容文字在此輸入內容文字</a:t>
            </a:r>
          </a:p>
          <a:p>
            <a:pPr algn="ctr">
              <a:lnSpc>
                <a:spcPct val="120000"/>
              </a:lnSpc>
            </a:pPr>
            <a:r>
              <a:rPr lang="zh-TW" altLang="en-US" sz="1200" dirty="0">
                <a:solidFill>
                  <a:srgbClr val="7030A0">
                    <a:alpha val="80000"/>
                  </a:srgbClr>
                </a:solidFill>
                <a:latin typeface="Noto Sans CJK TC Regular" panose="020B0500000000000000" pitchFamily="34" charset="-120"/>
                <a:ea typeface="Noto Sans CJK TC Regular" panose="020B0500000000000000" pitchFamily="34" charset="-120"/>
                <a:cs typeface="阿里巴巴普惠体 R" panose="00020600040101010101" pitchFamily="18" charset="-122"/>
              </a:rPr>
              <a:t>在此輸入內容文字在此輸入內容文字</a:t>
            </a:r>
          </a:p>
          <a:p>
            <a:pPr algn="ctr">
              <a:lnSpc>
                <a:spcPct val="120000"/>
              </a:lnSpc>
            </a:pPr>
            <a:r>
              <a:rPr lang="zh-TW" altLang="en-US" sz="1200" dirty="0">
                <a:solidFill>
                  <a:srgbClr val="7030A0">
                    <a:alpha val="80000"/>
                  </a:srgbClr>
                </a:solidFill>
                <a:latin typeface="Noto Sans CJK TC Regular" panose="020B0500000000000000" pitchFamily="34" charset="-120"/>
                <a:ea typeface="Noto Sans CJK TC Regular" panose="020B0500000000000000" pitchFamily="34" charset="-120"/>
                <a:cs typeface="阿里巴巴普惠体 R" panose="00020600040101010101" pitchFamily="18" charset="-122"/>
              </a:rPr>
              <a:t>在此輸入內容文字在此輸入內容文字</a:t>
            </a:r>
          </a:p>
        </p:txBody>
      </p:sp>
      <p:sp>
        <p:nvSpPr>
          <p:cNvPr id="13" name="ICON 4">
            <a:extLst>
              <a:ext uri="{FF2B5EF4-FFF2-40B4-BE49-F238E27FC236}">
                <a16:creationId xmlns:a16="http://schemas.microsoft.com/office/drawing/2014/main" id="{1AA73B9B-1085-48DF-8223-5DB7B4F04DFE}"/>
              </a:ext>
            </a:extLst>
          </p:cNvPr>
          <p:cNvSpPr/>
          <p:nvPr/>
        </p:nvSpPr>
        <p:spPr>
          <a:xfrm>
            <a:off x="1995973" y="2963247"/>
            <a:ext cx="591064" cy="5900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17096"/>
                </a:lnTo>
                <a:lnTo>
                  <a:pt x="5426" y="17096"/>
                </a:lnTo>
                <a:lnTo>
                  <a:pt x="5426" y="21600"/>
                </a:lnTo>
                <a:lnTo>
                  <a:pt x="8981" y="17096"/>
                </a:lnTo>
                <a:lnTo>
                  <a:pt x="21600" y="17096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882" y="864"/>
                </a:moveTo>
                <a:lnTo>
                  <a:pt x="20717" y="864"/>
                </a:lnTo>
                <a:lnTo>
                  <a:pt x="20717" y="16231"/>
                </a:lnTo>
                <a:lnTo>
                  <a:pt x="8598" y="16231"/>
                </a:lnTo>
                <a:lnTo>
                  <a:pt x="6257" y="19470"/>
                </a:lnTo>
                <a:lnTo>
                  <a:pt x="6261" y="16231"/>
                </a:lnTo>
                <a:lnTo>
                  <a:pt x="882" y="16231"/>
                </a:lnTo>
                <a:lnTo>
                  <a:pt x="882" y="864"/>
                </a:lnTo>
                <a:close/>
                <a:moveTo>
                  <a:pt x="5853" y="6321"/>
                </a:moveTo>
                <a:cubicBezTo>
                  <a:pt x="5399" y="6321"/>
                  <a:pt x="4945" y="6494"/>
                  <a:pt x="4598" y="6841"/>
                </a:cubicBezTo>
                <a:cubicBezTo>
                  <a:pt x="3906" y="7535"/>
                  <a:pt x="3906" y="8660"/>
                  <a:pt x="4598" y="9354"/>
                </a:cubicBezTo>
                <a:cubicBezTo>
                  <a:pt x="5291" y="10048"/>
                  <a:pt x="6415" y="10048"/>
                  <a:pt x="7107" y="9354"/>
                </a:cubicBezTo>
                <a:cubicBezTo>
                  <a:pt x="7800" y="8660"/>
                  <a:pt x="7800" y="7535"/>
                  <a:pt x="7107" y="6841"/>
                </a:cubicBezTo>
                <a:cubicBezTo>
                  <a:pt x="6761" y="6494"/>
                  <a:pt x="6307" y="6321"/>
                  <a:pt x="5853" y="6321"/>
                </a:cubicBezTo>
                <a:close/>
                <a:moveTo>
                  <a:pt x="10789" y="6321"/>
                </a:moveTo>
                <a:cubicBezTo>
                  <a:pt x="10335" y="6321"/>
                  <a:pt x="9881" y="6494"/>
                  <a:pt x="9535" y="6841"/>
                </a:cubicBezTo>
                <a:cubicBezTo>
                  <a:pt x="8842" y="7535"/>
                  <a:pt x="8842" y="8660"/>
                  <a:pt x="9535" y="9354"/>
                </a:cubicBezTo>
                <a:cubicBezTo>
                  <a:pt x="10228" y="10048"/>
                  <a:pt x="11351" y="10048"/>
                  <a:pt x="12044" y="9354"/>
                </a:cubicBezTo>
                <a:cubicBezTo>
                  <a:pt x="12737" y="8660"/>
                  <a:pt x="12737" y="7535"/>
                  <a:pt x="12044" y="6841"/>
                </a:cubicBezTo>
                <a:cubicBezTo>
                  <a:pt x="11698" y="6494"/>
                  <a:pt x="11243" y="6321"/>
                  <a:pt x="10789" y="6321"/>
                </a:cubicBezTo>
                <a:close/>
                <a:moveTo>
                  <a:pt x="15726" y="6321"/>
                </a:moveTo>
                <a:cubicBezTo>
                  <a:pt x="15272" y="6321"/>
                  <a:pt x="14818" y="6494"/>
                  <a:pt x="14471" y="6841"/>
                </a:cubicBezTo>
                <a:cubicBezTo>
                  <a:pt x="13779" y="7535"/>
                  <a:pt x="13779" y="8660"/>
                  <a:pt x="14471" y="9354"/>
                </a:cubicBezTo>
                <a:cubicBezTo>
                  <a:pt x="15164" y="10048"/>
                  <a:pt x="16288" y="10048"/>
                  <a:pt x="16981" y="9354"/>
                </a:cubicBezTo>
                <a:cubicBezTo>
                  <a:pt x="17673" y="8660"/>
                  <a:pt x="17673" y="7535"/>
                  <a:pt x="16981" y="6841"/>
                </a:cubicBezTo>
                <a:cubicBezTo>
                  <a:pt x="16634" y="6494"/>
                  <a:pt x="16180" y="6321"/>
                  <a:pt x="15726" y="6321"/>
                </a:cubicBezTo>
                <a:close/>
                <a:moveTo>
                  <a:pt x="5853" y="7220"/>
                </a:moveTo>
                <a:cubicBezTo>
                  <a:pt x="6077" y="7220"/>
                  <a:pt x="6301" y="7306"/>
                  <a:pt x="6472" y="7477"/>
                </a:cubicBezTo>
                <a:cubicBezTo>
                  <a:pt x="6815" y="7820"/>
                  <a:pt x="6815" y="8376"/>
                  <a:pt x="6472" y="8719"/>
                </a:cubicBezTo>
                <a:cubicBezTo>
                  <a:pt x="6130" y="9062"/>
                  <a:pt x="5576" y="9062"/>
                  <a:pt x="5233" y="8719"/>
                </a:cubicBezTo>
                <a:cubicBezTo>
                  <a:pt x="4891" y="8376"/>
                  <a:pt x="4891" y="7820"/>
                  <a:pt x="5233" y="7477"/>
                </a:cubicBezTo>
                <a:cubicBezTo>
                  <a:pt x="5404" y="7306"/>
                  <a:pt x="5628" y="7220"/>
                  <a:pt x="5853" y="7220"/>
                </a:cubicBezTo>
                <a:close/>
                <a:moveTo>
                  <a:pt x="10789" y="7220"/>
                </a:moveTo>
                <a:cubicBezTo>
                  <a:pt x="11014" y="7220"/>
                  <a:pt x="11238" y="7306"/>
                  <a:pt x="11409" y="7477"/>
                </a:cubicBezTo>
                <a:cubicBezTo>
                  <a:pt x="11751" y="7820"/>
                  <a:pt x="11751" y="8376"/>
                  <a:pt x="11409" y="8719"/>
                </a:cubicBezTo>
                <a:cubicBezTo>
                  <a:pt x="11067" y="9062"/>
                  <a:pt x="10512" y="9062"/>
                  <a:pt x="10170" y="8719"/>
                </a:cubicBezTo>
                <a:cubicBezTo>
                  <a:pt x="9827" y="8376"/>
                  <a:pt x="9827" y="7820"/>
                  <a:pt x="10170" y="7477"/>
                </a:cubicBezTo>
                <a:cubicBezTo>
                  <a:pt x="10341" y="7306"/>
                  <a:pt x="10565" y="7220"/>
                  <a:pt x="10789" y="7220"/>
                </a:cubicBezTo>
                <a:close/>
                <a:moveTo>
                  <a:pt x="15726" y="7220"/>
                </a:moveTo>
                <a:cubicBezTo>
                  <a:pt x="15950" y="7220"/>
                  <a:pt x="16174" y="7306"/>
                  <a:pt x="16346" y="7477"/>
                </a:cubicBezTo>
                <a:cubicBezTo>
                  <a:pt x="16688" y="7820"/>
                  <a:pt x="16688" y="8376"/>
                  <a:pt x="16346" y="8719"/>
                </a:cubicBezTo>
                <a:cubicBezTo>
                  <a:pt x="16003" y="9062"/>
                  <a:pt x="15449" y="9062"/>
                  <a:pt x="15106" y="8719"/>
                </a:cubicBezTo>
                <a:cubicBezTo>
                  <a:pt x="14764" y="8376"/>
                  <a:pt x="14764" y="7820"/>
                  <a:pt x="15106" y="7477"/>
                </a:cubicBezTo>
                <a:cubicBezTo>
                  <a:pt x="15278" y="7306"/>
                  <a:pt x="15502" y="7220"/>
                  <a:pt x="15726" y="722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>
              <a:solidFill>
                <a:srgbClr val="FFFFFF"/>
              </a:solidFill>
              <a:latin typeface="等线" panose="020F0502020204030204"/>
              <a:sym typeface="Helvetica Neue Medium"/>
            </a:endParaRPr>
          </a:p>
        </p:txBody>
      </p:sp>
      <p:sp>
        <p:nvSpPr>
          <p:cNvPr id="14" name="ICON 3">
            <a:extLst>
              <a:ext uri="{FF2B5EF4-FFF2-40B4-BE49-F238E27FC236}">
                <a16:creationId xmlns:a16="http://schemas.microsoft.com/office/drawing/2014/main" id="{7B8C0E2C-ACB6-4513-9B11-302159528E91}"/>
              </a:ext>
            </a:extLst>
          </p:cNvPr>
          <p:cNvSpPr/>
          <p:nvPr/>
        </p:nvSpPr>
        <p:spPr>
          <a:xfrm>
            <a:off x="7670225" y="732311"/>
            <a:ext cx="575725" cy="385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1905" y="1369"/>
                </a:moveTo>
                <a:lnTo>
                  <a:pt x="20138" y="1369"/>
                </a:lnTo>
                <a:lnTo>
                  <a:pt x="10806" y="10703"/>
                </a:lnTo>
                <a:lnTo>
                  <a:pt x="1905" y="1369"/>
                </a:lnTo>
                <a:close/>
                <a:moveTo>
                  <a:pt x="874" y="2005"/>
                </a:moveTo>
                <a:lnTo>
                  <a:pt x="10808" y="12268"/>
                </a:lnTo>
                <a:lnTo>
                  <a:pt x="20726" y="2480"/>
                </a:lnTo>
                <a:lnTo>
                  <a:pt x="20726" y="20231"/>
                </a:lnTo>
                <a:lnTo>
                  <a:pt x="874" y="20231"/>
                </a:lnTo>
                <a:lnTo>
                  <a:pt x="874" y="2005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>
              <a:solidFill>
                <a:srgbClr val="FFFFFF"/>
              </a:solidFill>
              <a:latin typeface="等线" panose="020F0502020204030204"/>
              <a:sym typeface="Helvetica Neue Medium"/>
            </a:endParaRPr>
          </a:p>
        </p:txBody>
      </p:sp>
      <p:sp>
        <p:nvSpPr>
          <p:cNvPr id="15" name="ICON 2">
            <a:extLst>
              <a:ext uri="{FF2B5EF4-FFF2-40B4-BE49-F238E27FC236}">
                <a16:creationId xmlns:a16="http://schemas.microsoft.com/office/drawing/2014/main" id="{F1919135-84A8-439E-913B-C33397B1AF1E}"/>
              </a:ext>
            </a:extLst>
          </p:cNvPr>
          <p:cNvSpPr/>
          <p:nvPr/>
        </p:nvSpPr>
        <p:spPr>
          <a:xfrm>
            <a:off x="9579782" y="2926466"/>
            <a:ext cx="574703" cy="5767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031" y="0"/>
                </a:moveTo>
                <a:lnTo>
                  <a:pt x="4031" y="1824"/>
                </a:lnTo>
                <a:lnTo>
                  <a:pt x="0" y="1824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824"/>
                </a:lnTo>
                <a:lnTo>
                  <a:pt x="17562" y="1824"/>
                </a:lnTo>
                <a:lnTo>
                  <a:pt x="17562" y="0"/>
                </a:lnTo>
                <a:lnTo>
                  <a:pt x="16658" y="0"/>
                </a:lnTo>
                <a:lnTo>
                  <a:pt x="16658" y="1824"/>
                </a:lnTo>
                <a:lnTo>
                  <a:pt x="4934" y="1824"/>
                </a:lnTo>
                <a:lnTo>
                  <a:pt x="4934" y="0"/>
                </a:lnTo>
                <a:lnTo>
                  <a:pt x="4031" y="0"/>
                </a:lnTo>
                <a:close/>
                <a:moveTo>
                  <a:pt x="857" y="2709"/>
                </a:moveTo>
                <a:lnTo>
                  <a:pt x="4031" y="2709"/>
                </a:lnTo>
                <a:lnTo>
                  <a:pt x="4031" y="3641"/>
                </a:lnTo>
                <a:lnTo>
                  <a:pt x="4934" y="3641"/>
                </a:lnTo>
                <a:lnTo>
                  <a:pt x="4934" y="2709"/>
                </a:lnTo>
                <a:lnTo>
                  <a:pt x="16658" y="2709"/>
                </a:lnTo>
                <a:lnTo>
                  <a:pt x="16658" y="3641"/>
                </a:lnTo>
                <a:lnTo>
                  <a:pt x="17562" y="3641"/>
                </a:lnTo>
                <a:lnTo>
                  <a:pt x="17562" y="2709"/>
                </a:lnTo>
                <a:lnTo>
                  <a:pt x="20734" y="2709"/>
                </a:lnTo>
                <a:lnTo>
                  <a:pt x="20734" y="6334"/>
                </a:lnTo>
                <a:lnTo>
                  <a:pt x="857" y="6334"/>
                </a:lnTo>
                <a:lnTo>
                  <a:pt x="857" y="2709"/>
                </a:lnTo>
                <a:close/>
                <a:moveTo>
                  <a:pt x="857" y="7235"/>
                </a:moveTo>
                <a:lnTo>
                  <a:pt x="20734" y="7235"/>
                </a:lnTo>
                <a:lnTo>
                  <a:pt x="20734" y="20715"/>
                </a:lnTo>
                <a:lnTo>
                  <a:pt x="857" y="20715"/>
                </a:lnTo>
                <a:lnTo>
                  <a:pt x="857" y="7235"/>
                </a:lnTo>
                <a:close/>
                <a:moveTo>
                  <a:pt x="6752" y="9482"/>
                </a:moveTo>
                <a:lnTo>
                  <a:pt x="6752" y="11243"/>
                </a:lnTo>
                <a:lnTo>
                  <a:pt x="8525" y="11243"/>
                </a:lnTo>
                <a:lnTo>
                  <a:pt x="8525" y="9482"/>
                </a:lnTo>
                <a:lnTo>
                  <a:pt x="6752" y="9482"/>
                </a:lnTo>
                <a:close/>
                <a:moveTo>
                  <a:pt x="9908" y="9482"/>
                </a:moveTo>
                <a:lnTo>
                  <a:pt x="9908" y="11243"/>
                </a:lnTo>
                <a:lnTo>
                  <a:pt x="11681" y="11243"/>
                </a:lnTo>
                <a:lnTo>
                  <a:pt x="11681" y="9482"/>
                </a:lnTo>
                <a:lnTo>
                  <a:pt x="9908" y="9482"/>
                </a:lnTo>
                <a:close/>
                <a:moveTo>
                  <a:pt x="13065" y="9482"/>
                </a:moveTo>
                <a:lnTo>
                  <a:pt x="13065" y="11243"/>
                </a:lnTo>
                <a:lnTo>
                  <a:pt x="14839" y="11243"/>
                </a:lnTo>
                <a:lnTo>
                  <a:pt x="14839" y="9482"/>
                </a:lnTo>
                <a:lnTo>
                  <a:pt x="13065" y="9482"/>
                </a:lnTo>
                <a:close/>
                <a:moveTo>
                  <a:pt x="16222" y="9482"/>
                </a:moveTo>
                <a:lnTo>
                  <a:pt x="16222" y="11243"/>
                </a:lnTo>
                <a:lnTo>
                  <a:pt x="17995" y="11243"/>
                </a:lnTo>
                <a:lnTo>
                  <a:pt x="17995" y="9482"/>
                </a:lnTo>
                <a:lnTo>
                  <a:pt x="16222" y="9482"/>
                </a:lnTo>
                <a:close/>
                <a:moveTo>
                  <a:pt x="3595" y="12612"/>
                </a:moveTo>
                <a:lnTo>
                  <a:pt x="3595" y="14373"/>
                </a:lnTo>
                <a:lnTo>
                  <a:pt x="5368" y="14373"/>
                </a:lnTo>
                <a:lnTo>
                  <a:pt x="5368" y="12612"/>
                </a:lnTo>
                <a:lnTo>
                  <a:pt x="3595" y="12612"/>
                </a:lnTo>
                <a:close/>
                <a:moveTo>
                  <a:pt x="6752" y="12612"/>
                </a:moveTo>
                <a:lnTo>
                  <a:pt x="6752" y="14373"/>
                </a:lnTo>
                <a:lnTo>
                  <a:pt x="8525" y="14373"/>
                </a:lnTo>
                <a:lnTo>
                  <a:pt x="8525" y="12612"/>
                </a:lnTo>
                <a:lnTo>
                  <a:pt x="6752" y="12612"/>
                </a:lnTo>
                <a:close/>
                <a:moveTo>
                  <a:pt x="9908" y="12612"/>
                </a:moveTo>
                <a:lnTo>
                  <a:pt x="9908" y="14373"/>
                </a:lnTo>
                <a:lnTo>
                  <a:pt x="11681" y="14373"/>
                </a:lnTo>
                <a:lnTo>
                  <a:pt x="11681" y="12612"/>
                </a:lnTo>
                <a:lnTo>
                  <a:pt x="9908" y="12612"/>
                </a:lnTo>
                <a:close/>
                <a:moveTo>
                  <a:pt x="13065" y="12612"/>
                </a:moveTo>
                <a:lnTo>
                  <a:pt x="13065" y="14373"/>
                </a:lnTo>
                <a:lnTo>
                  <a:pt x="14839" y="14373"/>
                </a:lnTo>
                <a:lnTo>
                  <a:pt x="14839" y="12612"/>
                </a:lnTo>
                <a:lnTo>
                  <a:pt x="13065" y="12612"/>
                </a:lnTo>
                <a:close/>
                <a:moveTo>
                  <a:pt x="16222" y="12612"/>
                </a:moveTo>
                <a:lnTo>
                  <a:pt x="16222" y="14373"/>
                </a:lnTo>
                <a:lnTo>
                  <a:pt x="17995" y="14373"/>
                </a:lnTo>
                <a:lnTo>
                  <a:pt x="17995" y="12612"/>
                </a:lnTo>
                <a:lnTo>
                  <a:pt x="16222" y="12612"/>
                </a:lnTo>
                <a:close/>
                <a:moveTo>
                  <a:pt x="3595" y="15742"/>
                </a:moveTo>
                <a:lnTo>
                  <a:pt x="3595" y="17503"/>
                </a:lnTo>
                <a:lnTo>
                  <a:pt x="5368" y="17503"/>
                </a:lnTo>
                <a:lnTo>
                  <a:pt x="5368" y="15742"/>
                </a:lnTo>
                <a:lnTo>
                  <a:pt x="3595" y="15742"/>
                </a:lnTo>
                <a:close/>
                <a:moveTo>
                  <a:pt x="6752" y="15742"/>
                </a:moveTo>
                <a:lnTo>
                  <a:pt x="6752" y="17503"/>
                </a:lnTo>
                <a:lnTo>
                  <a:pt x="8525" y="17503"/>
                </a:lnTo>
                <a:lnTo>
                  <a:pt x="8525" y="15742"/>
                </a:lnTo>
                <a:lnTo>
                  <a:pt x="6752" y="15742"/>
                </a:lnTo>
                <a:close/>
                <a:moveTo>
                  <a:pt x="9908" y="15742"/>
                </a:moveTo>
                <a:lnTo>
                  <a:pt x="9908" y="17503"/>
                </a:lnTo>
                <a:lnTo>
                  <a:pt x="11681" y="17503"/>
                </a:lnTo>
                <a:lnTo>
                  <a:pt x="11681" y="15742"/>
                </a:lnTo>
                <a:lnTo>
                  <a:pt x="9908" y="15742"/>
                </a:lnTo>
                <a:close/>
                <a:moveTo>
                  <a:pt x="13065" y="15742"/>
                </a:moveTo>
                <a:lnTo>
                  <a:pt x="13065" y="17503"/>
                </a:lnTo>
                <a:lnTo>
                  <a:pt x="14839" y="17503"/>
                </a:lnTo>
                <a:lnTo>
                  <a:pt x="14839" y="15742"/>
                </a:lnTo>
                <a:lnTo>
                  <a:pt x="13065" y="1574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>
              <a:solidFill>
                <a:srgbClr val="FFFFFF"/>
              </a:solidFill>
              <a:latin typeface="等线" panose="020F0502020204030204"/>
              <a:sym typeface="Helvetica Neue Medium"/>
            </a:endParaRPr>
          </a:p>
        </p:txBody>
      </p:sp>
      <p:sp>
        <p:nvSpPr>
          <p:cNvPr id="16" name="ICON 1">
            <a:extLst>
              <a:ext uri="{FF2B5EF4-FFF2-40B4-BE49-F238E27FC236}">
                <a16:creationId xmlns:a16="http://schemas.microsoft.com/office/drawing/2014/main" id="{2DC91FD4-5CAE-4B12-BACA-8A330304CD55}"/>
              </a:ext>
            </a:extLst>
          </p:cNvPr>
          <p:cNvSpPr/>
          <p:nvPr/>
        </p:nvSpPr>
        <p:spPr>
          <a:xfrm>
            <a:off x="3927102" y="688769"/>
            <a:ext cx="593109" cy="4806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8" y="0"/>
                </a:moveTo>
                <a:lnTo>
                  <a:pt x="1808" y="1129"/>
                </a:lnTo>
                <a:lnTo>
                  <a:pt x="0" y="1129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129"/>
                </a:lnTo>
                <a:lnTo>
                  <a:pt x="7183" y="1129"/>
                </a:lnTo>
                <a:lnTo>
                  <a:pt x="7183" y="0"/>
                </a:lnTo>
                <a:lnTo>
                  <a:pt x="1808" y="0"/>
                </a:lnTo>
                <a:close/>
                <a:moveTo>
                  <a:pt x="865" y="2193"/>
                </a:moveTo>
                <a:lnTo>
                  <a:pt x="20736" y="2193"/>
                </a:lnTo>
                <a:lnTo>
                  <a:pt x="20736" y="20536"/>
                </a:lnTo>
                <a:lnTo>
                  <a:pt x="865" y="20536"/>
                </a:lnTo>
                <a:lnTo>
                  <a:pt x="865" y="2193"/>
                </a:lnTo>
                <a:close/>
                <a:moveTo>
                  <a:pt x="14835" y="4981"/>
                </a:moveTo>
                <a:lnTo>
                  <a:pt x="14835" y="6094"/>
                </a:lnTo>
                <a:lnTo>
                  <a:pt x="18456" y="6094"/>
                </a:lnTo>
                <a:lnTo>
                  <a:pt x="18456" y="4981"/>
                </a:lnTo>
                <a:lnTo>
                  <a:pt x="14835" y="4981"/>
                </a:lnTo>
                <a:close/>
                <a:moveTo>
                  <a:pt x="8083" y="6670"/>
                </a:moveTo>
                <a:cubicBezTo>
                  <a:pt x="7051" y="6670"/>
                  <a:pt x="6018" y="7154"/>
                  <a:pt x="5231" y="8124"/>
                </a:cubicBezTo>
                <a:cubicBezTo>
                  <a:pt x="3655" y="10064"/>
                  <a:pt x="3655" y="13209"/>
                  <a:pt x="5231" y="15149"/>
                </a:cubicBezTo>
                <a:cubicBezTo>
                  <a:pt x="6806" y="17088"/>
                  <a:pt x="9360" y="17088"/>
                  <a:pt x="10935" y="15149"/>
                </a:cubicBezTo>
                <a:cubicBezTo>
                  <a:pt x="12511" y="13209"/>
                  <a:pt x="12511" y="10064"/>
                  <a:pt x="10935" y="8124"/>
                </a:cubicBezTo>
                <a:cubicBezTo>
                  <a:pt x="10148" y="7154"/>
                  <a:pt x="9115" y="6670"/>
                  <a:pt x="8083" y="6670"/>
                </a:cubicBezTo>
                <a:close/>
                <a:moveTo>
                  <a:pt x="8083" y="7757"/>
                </a:moveTo>
                <a:cubicBezTo>
                  <a:pt x="8889" y="7757"/>
                  <a:pt x="9696" y="8136"/>
                  <a:pt x="10311" y="8894"/>
                </a:cubicBezTo>
                <a:cubicBezTo>
                  <a:pt x="11541" y="10408"/>
                  <a:pt x="11541" y="12864"/>
                  <a:pt x="10311" y="14379"/>
                </a:cubicBezTo>
                <a:cubicBezTo>
                  <a:pt x="9081" y="15893"/>
                  <a:pt x="7086" y="15893"/>
                  <a:pt x="5855" y="14379"/>
                </a:cubicBezTo>
                <a:cubicBezTo>
                  <a:pt x="4625" y="12864"/>
                  <a:pt x="4625" y="10408"/>
                  <a:pt x="5855" y="8894"/>
                </a:cubicBezTo>
                <a:cubicBezTo>
                  <a:pt x="6470" y="8136"/>
                  <a:pt x="7277" y="7757"/>
                  <a:pt x="8083" y="7757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>
              <a:solidFill>
                <a:srgbClr val="FFFFFF"/>
              </a:solidFill>
              <a:latin typeface="等线" panose="020F0502020204030204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40631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A2C2E31-C976-4EDD-8D4A-532A4302CB1F}"/>
              </a:ext>
            </a:extLst>
          </p:cNvPr>
          <p:cNvSpPr txBox="1"/>
          <p:nvPr/>
        </p:nvSpPr>
        <p:spPr>
          <a:xfrm>
            <a:off x="11320812" y="6253637"/>
            <a:ext cx="393192" cy="293522"/>
          </a:xfrm>
          <a:custGeom>
            <a:avLst/>
            <a:gdLst/>
            <a:ahLst/>
            <a:cxnLst/>
            <a:rect l="l" t="t" r="r" b="b"/>
            <a:pathLst>
              <a:path w="393192" h="293522">
                <a:moveTo>
                  <a:pt x="246888" y="0"/>
                </a:moveTo>
                <a:lnTo>
                  <a:pt x="393192" y="0"/>
                </a:lnTo>
                <a:cubicBezTo>
                  <a:pt x="393192" y="49987"/>
                  <a:pt x="383743" y="127406"/>
                  <a:pt x="364845" y="232257"/>
                </a:cubicBezTo>
                <a:lnTo>
                  <a:pt x="353873" y="293522"/>
                </a:lnTo>
                <a:lnTo>
                  <a:pt x="219456" y="293522"/>
                </a:lnTo>
                <a:lnTo>
                  <a:pt x="229514" y="232257"/>
                </a:lnTo>
                <a:cubicBezTo>
                  <a:pt x="233781" y="204825"/>
                  <a:pt x="237744" y="169164"/>
                  <a:pt x="241401" y="125273"/>
                </a:cubicBezTo>
                <a:cubicBezTo>
                  <a:pt x="245059" y="81381"/>
                  <a:pt x="246888" y="39624"/>
                  <a:pt x="246888" y="0"/>
                </a:cubicBezTo>
                <a:close/>
                <a:moveTo>
                  <a:pt x="27432" y="0"/>
                </a:moveTo>
                <a:lnTo>
                  <a:pt x="173736" y="0"/>
                </a:lnTo>
                <a:cubicBezTo>
                  <a:pt x="173736" y="49987"/>
                  <a:pt x="164287" y="127406"/>
                  <a:pt x="145389" y="232257"/>
                </a:cubicBezTo>
                <a:lnTo>
                  <a:pt x="134417" y="293522"/>
                </a:lnTo>
                <a:lnTo>
                  <a:pt x="0" y="293522"/>
                </a:lnTo>
                <a:lnTo>
                  <a:pt x="10058" y="232257"/>
                </a:lnTo>
                <a:cubicBezTo>
                  <a:pt x="14325" y="204825"/>
                  <a:pt x="18288" y="169164"/>
                  <a:pt x="21945" y="125273"/>
                </a:cubicBezTo>
                <a:cubicBezTo>
                  <a:pt x="25603" y="81381"/>
                  <a:pt x="27432" y="39624"/>
                  <a:pt x="27432" y="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zh-CN" altLang="en-US" sz="7200" dirty="0">
              <a:solidFill>
                <a:srgbClr val="262626"/>
              </a:solidFill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27E96F8-70F2-4C74-BC17-F674C6F8BDF8}"/>
              </a:ext>
            </a:extLst>
          </p:cNvPr>
          <p:cNvSpPr txBox="1"/>
          <p:nvPr/>
        </p:nvSpPr>
        <p:spPr>
          <a:xfrm>
            <a:off x="730831" y="785445"/>
            <a:ext cx="27334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4000">
                <a:solidFill>
                  <a:srgbClr val="262626"/>
                </a:solidFill>
                <a:latin typeface="+mj-ea"/>
                <a:ea typeface="+mj-ea"/>
                <a:cs typeface="OPPOSans R" panose="00020600040101010101" pitchFamily="18" charset="-122"/>
              </a:defRPr>
            </a:lvl1pPr>
          </a:lstStyle>
          <a:p>
            <a:r>
              <a:rPr lang="en-US" altLang="zh-CN" dirty="0">
                <a:latin typeface="Noto Sans CJK TC Black"/>
                <a:ea typeface="Noto Sans CJK TC Black"/>
              </a:rPr>
              <a:t>SWOT</a:t>
            </a:r>
            <a:r>
              <a:rPr lang="zh-CN" altLang="en-US" dirty="0">
                <a:latin typeface="Noto Sans CJK TC Black"/>
                <a:ea typeface="Noto Sans CJK TC Black"/>
              </a:rPr>
              <a:t>分析</a:t>
            </a:r>
          </a:p>
        </p:txBody>
      </p:sp>
      <p:sp>
        <p:nvSpPr>
          <p:cNvPr id="4" name="橢圓 7">
            <a:extLst>
              <a:ext uri="{FF2B5EF4-FFF2-40B4-BE49-F238E27FC236}">
                <a16:creationId xmlns:a16="http://schemas.microsoft.com/office/drawing/2014/main" id="{EF175C83-9098-488F-B79E-F4B1F2EE700A}"/>
              </a:ext>
            </a:extLst>
          </p:cNvPr>
          <p:cNvSpPr/>
          <p:nvPr/>
        </p:nvSpPr>
        <p:spPr>
          <a:xfrm>
            <a:off x="4374204" y="1963789"/>
            <a:ext cx="1799617" cy="1799617"/>
          </a:xfrm>
          <a:prstGeom prst="ellipse">
            <a:avLst/>
          </a:prstGeom>
          <a:solidFill>
            <a:srgbClr val="0937B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等线" panose="020F0502020204030204"/>
            </a:endParaRPr>
          </a:p>
        </p:txBody>
      </p:sp>
      <p:sp>
        <p:nvSpPr>
          <p:cNvPr id="5" name="橢圓 6">
            <a:extLst>
              <a:ext uri="{FF2B5EF4-FFF2-40B4-BE49-F238E27FC236}">
                <a16:creationId xmlns:a16="http://schemas.microsoft.com/office/drawing/2014/main" id="{F626E5C2-06DC-48F1-B749-AC6AA165F27B}"/>
              </a:ext>
            </a:extLst>
          </p:cNvPr>
          <p:cNvSpPr/>
          <p:nvPr/>
        </p:nvSpPr>
        <p:spPr>
          <a:xfrm>
            <a:off x="6018178" y="1963789"/>
            <a:ext cx="1799617" cy="1799617"/>
          </a:xfrm>
          <a:prstGeom prst="ellipse">
            <a:avLst/>
          </a:prstGeom>
          <a:solidFill>
            <a:srgbClr val="0937B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等线" panose="020F0502020204030204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24E160EF-BCB7-43DD-ADF3-67FC528FEB8B}"/>
              </a:ext>
            </a:extLst>
          </p:cNvPr>
          <p:cNvSpPr/>
          <p:nvPr/>
        </p:nvSpPr>
        <p:spPr>
          <a:xfrm>
            <a:off x="4374204" y="3537272"/>
            <a:ext cx="1799617" cy="1799617"/>
          </a:xfrm>
          <a:prstGeom prst="ellipse">
            <a:avLst/>
          </a:prstGeom>
          <a:solidFill>
            <a:srgbClr val="0937B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等线" panose="020F0502020204030204"/>
            </a:endParaRPr>
          </a:p>
        </p:txBody>
      </p:sp>
      <p:sp>
        <p:nvSpPr>
          <p:cNvPr id="7" name="橢圓 4">
            <a:extLst>
              <a:ext uri="{FF2B5EF4-FFF2-40B4-BE49-F238E27FC236}">
                <a16:creationId xmlns:a16="http://schemas.microsoft.com/office/drawing/2014/main" id="{38552690-471D-4114-B412-A376C8348258}"/>
              </a:ext>
            </a:extLst>
          </p:cNvPr>
          <p:cNvSpPr/>
          <p:nvPr/>
        </p:nvSpPr>
        <p:spPr>
          <a:xfrm>
            <a:off x="6018178" y="3537272"/>
            <a:ext cx="1799617" cy="1799617"/>
          </a:xfrm>
          <a:prstGeom prst="ellipse">
            <a:avLst/>
          </a:prstGeom>
          <a:solidFill>
            <a:srgbClr val="0937B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等线" panose="020F0502020204030204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971B653-6C9E-45F8-AF1C-03D2F4C5B4F5}"/>
              </a:ext>
            </a:extLst>
          </p:cNvPr>
          <p:cNvSpPr txBox="1"/>
          <p:nvPr/>
        </p:nvSpPr>
        <p:spPr>
          <a:xfrm>
            <a:off x="5040383" y="2523212"/>
            <a:ext cx="467258" cy="680770"/>
          </a:xfrm>
          <a:custGeom>
            <a:avLst/>
            <a:gdLst/>
            <a:ahLst/>
            <a:cxnLst/>
            <a:rect l="l" t="t" r="r" b="b"/>
            <a:pathLst>
              <a:path w="467258" h="680770">
                <a:moveTo>
                  <a:pt x="254203" y="0"/>
                </a:moveTo>
                <a:cubicBezTo>
                  <a:pt x="274625" y="0"/>
                  <a:pt x="294513" y="1600"/>
                  <a:pt x="313868" y="4800"/>
                </a:cubicBezTo>
                <a:cubicBezTo>
                  <a:pt x="333223" y="8001"/>
                  <a:pt x="351587" y="12725"/>
                  <a:pt x="368960" y="18973"/>
                </a:cubicBezTo>
                <a:cubicBezTo>
                  <a:pt x="386334" y="25222"/>
                  <a:pt x="402565" y="32689"/>
                  <a:pt x="417652" y="41376"/>
                </a:cubicBezTo>
                <a:cubicBezTo>
                  <a:pt x="432740" y="50063"/>
                  <a:pt x="446227" y="59893"/>
                  <a:pt x="458114" y="70866"/>
                </a:cubicBezTo>
                <a:lnTo>
                  <a:pt x="419710" y="142646"/>
                </a:lnTo>
                <a:cubicBezTo>
                  <a:pt x="415138" y="149961"/>
                  <a:pt x="410337" y="155448"/>
                  <a:pt x="405308" y="159105"/>
                </a:cubicBezTo>
                <a:cubicBezTo>
                  <a:pt x="400279" y="162763"/>
                  <a:pt x="393802" y="164592"/>
                  <a:pt x="385877" y="164592"/>
                </a:cubicBezTo>
                <a:cubicBezTo>
                  <a:pt x="378866" y="164592"/>
                  <a:pt x="371323" y="162382"/>
                  <a:pt x="363245" y="157962"/>
                </a:cubicBezTo>
                <a:cubicBezTo>
                  <a:pt x="355168" y="153543"/>
                  <a:pt x="346024" y="148590"/>
                  <a:pt x="335813" y="143103"/>
                </a:cubicBezTo>
                <a:cubicBezTo>
                  <a:pt x="325603" y="137617"/>
                  <a:pt x="313944" y="132664"/>
                  <a:pt x="300838" y="128244"/>
                </a:cubicBezTo>
                <a:cubicBezTo>
                  <a:pt x="287731" y="123825"/>
                  <a:pt x="272796" y="121615"/>
                  <a:pt x="256032" y="121615"/>
                </a:cubicBezTo>
                <a:cubicBezTo>
                  <a:pt x="227076" y="121615"/>
                  <a:pt x="205511" y="127787"/>
                  <a:pt x="191338" y="140131"/>
                </a:cubicBezTo>
                <a:cubicBezTo>
                  <a:pt x="177165" y="152476"/>
                  <a:pt x="170078" y="169164"/>
                  <a:pt x="170078" y="190195"/>
                </a:cubicBezTo>
                <a:cubicBezTo>
                  <a:pt x="170078" y="203606"/>
                  <a:pt x="174346" y="214731"/>
                  <a:pt x="182880" y="223570"/>
                </a:cubicBezTo>
                <a:cubicBezTo>
                  <a:pt x="191414" y="232410"/>
                  <a:pt x="202616" y="240030"/>
                  <a:pt x="216484" y="246430"/>
                </a:cubicBezTo>
                <a:cubicBezTo>
                  <a:pt x="230353" y="252831"/>
                  <a:pt x="246202" y="258699"/>
                  <a:pt x="264033" y="264033"/>
                </a:cubicBezTo>
                <a:cubicBezTo>
                  <a:pt x="281864" y="269367"/>
                  <a:pt x="300076" y="275310"/>
                  <a:pt x="318668" y="281863"/>
                </a:cubicBezTo>
                <a:cubicBezTo>
                  <a:pt x="337261" y="288417"/>
                  <a:pt x="355473" y="296113"/>
                  <a:pt x="373304" y="304952"/>
                </a:cubicBezTo>
                <a:cubicBezTo>
                  <a:pt x="391135" y="313791"/>
                  <a:pt x="406984" y="325069"/>
                  <a:pt x="420853" y="338785"/>
                </a:cubicBezTo>
                <a:cubicBezTo>
                  <a:pt x="434721" y="352501"/>
                  <a:pt x="445922" y="369189"/>
                  <a:pt x="454457" y="388848"/>
                </a:cubicBezTo>
                <a:cubicBezTo>
                  <a:pt x="462991" y="408508"/>
                  <a:pt x="467258" y="432206"/>
                  <a:pt x="467258" y="459943"/>
                </a:cubicBezTo>
                <a:cubicBezTo>
                  <a:pt x="467258" y="490728"/>
                  <a:pt x="461924" y="519531"/>
                  <a:pt x="451256" y="546354"/>
                </a:cubicBezTo>
                <a:cubicBezTo>
                  <a:pt x="440588" y="573176"/>
                  <a:pt x="425120" y="596569"/>
                  <a:pt x="404851" y="616534"/>
                </a:cubicBezTo>
                <a:cubicBezTo>
                  <a:pt x="384581" y="636498"/>
                  <a:pt x="359588" y="652195"/>
                  <a:pt x="329870" y="663625"/>
                </a:cubicBezTo>
                <a:cubicBezTo>
                  <a:pt x="300152" y="675055"/>
                  <a:pt x="266395" y="680770"/>
                  <a:pt x="228600" y="680770"/>
                </a:cubicBezTo>
                <a:cubicBezTo>
                  <a:pt x="207874" y="680770"/>
                  <a:pt x="186766" y="678637"/>
                  <a:pt x="165278" y="674370"/>
                </a:cubicBezTo>
                <a:cubicBezTo>
                  <a:pt x="143789" y="670102"/>
                  <a:pt x="122987" y="664083"/>
                  <a:pt x="102870" y="656310"/>
                </a:cubicBezTo>
                <a:cubicBezTo>
                  <a:pt x="82753" y="648538"/>
                  <a:pt x="63856" y="639318"/>
                  <a:pt x="46177" y="628650"/>
                </a:cubicBezTo>
                <a:cubicBezTo>
                  <a:pt x="28499" y="617982"/>
                  <a:pt x="13106" y="606094"/>
                  <a:pt x="0" y="592988"/>
                </a:cubicBezTo>
                <a:lnTo>
                  <a:pt x="45720" y="520750"/>
                </a:lnTo>
                <a:cubicBezTo>
                  <a:pt x="49073" y="515264"/>
                  <a:pt x="53797" y="510844"/>
                  <a:pt x="59893" y="507492"/>
                </a:cubicBezTo>
                <a:cubicBezTo>
                  <a:pt x="65989" y="504139"/>
                  <a:pt x="72542" y="502462"/>
                  <a:pt x="79553" y="502462"/>
                </a:cubicBezTo>
                <a:cubicBezTo>
                  <a:pt x="88697" y="502462"/>
                  <a:pt x="97917" y="505358"/>
                  <a:pt x="107213" y="511149"/>
                </a:cubicBezTo>
                <a:cubicBezTo>
                  <a:pt x="116510" y="516940"/>
                  <a:pt x="127025" y="523341"/>
                  <a:pt x="138760" y="530352"/>
                </a:cubicBezTo>
                <a:cubicBezTo>
                  <a:pt x="150495" y="537362"/>
                  <a:pt x="163982" y="543763"/>
                  <a:pt x="179222" y="549554"/>
                </a:cubicBezTo>
                <a:cubicBezTo>
                  <a:pt x="194462" y="555345"/>
                  <a:pt x="212446" y="558241"/>
                  <a:pt x="233172" y="558241"/>
                </a:cubicBezTo>
                <a:cubicBezTo>
                  <a:pt x="261214" y="558241"/>
                  <a:pt x="283007" y="552069"/>
                  <a:pt x="298552" y="539724"/>
                </a:cubicBezTo>
                <a:cubicBezTo>
                  <a:pt x="314096" y="527380"/>
                  <a:pt x="321869" y="507796"/>
                  <a:pt x="321869" y="480974"/>
                </a:cubicBezTo>
                <a:cubicBezTo>
                  <a:pt x="321869" y="465429"/>
                  <a:pt x="317602" y="452780"/>
                  <a:pt x="309067" y="443026"/>
                </a:cubicBezTo>
                <a:cubicBezTo>
                  <a:pt x="300533" y="433273"/>
                  <a:pt x="289331" y="425196"/>
                  <a:pt x="275463" y="418795"/>
                </a:cubicBezTo>
                <a:cubicBezTo>
                  <a:pt x="261595" y="412394"/>
                  <a:pt x="245821" y="406755"/>
                  <a:pt x="228143" y="401878"/>
                </a:cubicBezTo>
                <a:cubicBezTo>
                  <a:pt x="210464" y="397002"/>
                  <a:pt x="192329" y="391591"/>
                  <a:pt x="173736" y="385648"/>
                </a:cubicBezTo>
                <a:cubicBezTo>
                  <a:pt x="155143" y="379704"/>
                  <a:pt x="137008" y="372389"/>
                  <a:pt x="119329" y="363702"/>
                </a:cubicBezTo>
                <a:cubicBezTo>
                  <a:pt x="101651" y="355015"/>
                  <a:pt x="85877" y="343585"/>
                  <a:pt x="72009" y="329412"/>
                </a:cubicBezTo>
                <a:cubicBezTo>
                  <a:pt x="58141" y="315239"/>
                  <a:pt x="46939" y="297561"/>
                  <a:pt x="38405" y="276377"/>
                </a:cubicBezTo>
                <a:cubicBezTo>
                  <a:pt x="29870" y="255193"/>
                  <a:pt x="25603" y="229057"/>
                  <a:pt x="25603" y="197967"/>
                </a:cubicBezTo>
                <a:cubicBezTo>
                  <a:pt x="25603" y="172974"/>
                  <a:pt x="30632" y="148590"/>
                  <a:pt x="40691" y="124815"/>
                </a:cubicBezTo>
                <a:cubicBezTo>
                  <a:pt x="50749" y="101041"/>
                  <a:pt x="65532" y="79857"/>
                  <a:pt x="85039" y="61264"/>
                </a:cubicBezTo>
                <a:cubicBezTo>
                  <a:pt x="104546" y="42672"/>
                  <a:pt x="128473" y="27813"/>
                  <a:pt x="156820" y="16687"/>
                </a:cubicBezTo>
                <a:cubicBezTo>
                  <a:pt x="185166" y="5562"/>
                  <a:pt x="217627" y="0"/>
                  <a:pt x="254203" y="0"/>
                </a:cubicBezTo>
                <a:close/>
              </a:path>
            </a:pathLst>
          </a:custGeom>
          <a:solidFill>
            <a:prstClr val="white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zh-CN" altLang="en-US" sz="7200" dirty="0">
              <a:solidFill>
                <a:prstClr val="white"/>
              </a:solidFill>
              <a:latin typeface="Lato Black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8A12C7B-DE12-4E8C-AA5E-A2D4C463A979}"/>
              </a:ext>
            </a:extLst>
          </p:cNvPr>
          <p:cNvSpPr txBox="1"/>
          <p:nvPr/>
        </p:nvSpPr>
        <p:spPr>
          <a:xfrm>
            <a:off x="6432897" y="2530527"/>
            <a:ext cx="970179" cy="666140"/>
          </a:xfrm>
          <a:custGeom>
            <a:avLst/>
            <a:gdLst/>
            <a:ahLst/>
            <a:cxnLst/>
            <a:rect l="l" t="t" r="r" b="b"/>
            <a:pathLst>
              <a:path w="970179" h="666140">
                <a:moveTo>
                  <a:pt x="0" y="0"/>
                </a:moveTo>
                <a:lnTo>
                  <a:pt x="129845" y="0"/>
                </a:lnTo>
                <a:cubicBezTo>
                  <a:pt x="143256" y="0"/>
                  <a:pt x="154458" y="3048"/>
                  <a:pt x="163449" y="9144"/>
                </a:cubicBezTo>
                <a:cubicBezTo>
                  <a:pt x="172441" y="15240"/>
                  <a:pt x="178308" y="23317"/>
                  <a:pt x="181051" y="33375"/>
                </a:cubicBezTo>
                <a:lnTo>
                  <a:pt x="272491" y="380847"/>
                </a:lnTo>
                <a:cubicBezTo>
                  <a:pt x="275539" y="392125"/>
                  <a:pt x="278587" y="404165"/>
                  <a:pt x="281635" y="416966"/>
                </a:cubicBezTo>
                <a:cubicBezTo>
                  <a:pt x="284683" y="429768"/>
                  <a:pt x="286969" y="443179"/>
                  <a:pt x="288493" y="457200"/>
                </a:cubicBezTo>
                <a:cubicBezTo>
                  <a:pt x="291541" y="442874"/>
                  <a:pt x="294894" y="429387"/>
                  <a:pt x="298552" y="416738"/>
                </a:cubicBezTo>
                <a:cubicBezTo>
                  <a:pt x="302209" y="404088"/>
                  <a:pt x="305715" y="392125"/>
                  <a:pt x="309067" y="380847"/>
                </a:cubicBezTo>
                <a:lnTo>
                  <a:pt x="416967" y="33375"/>
                </a:lnTo>
                <a:cubicBezTo>
                  <a:pt x="419710" y="24841"/>
                  <a:pt x="425577" y="17145"/>
                  <a:pt x="434569" y="10287"/>
                </a:cubicBezTo>
                <a:cubicBezTo>
                  <a:pt x="443560" y="3429"/>
                  <a:pt x="454457" y="0"/>
                  <a:pt x="467259" y="0"/>
                </a:cubicBezTo>
                <a:lnTo>
                  <a:pt x="512979" y="0"/>
                </a:lnTo>
                <a:cubicBezTo>
                  <a:pt x="526390" y="0"/>
                  <a:pt x="537439" y="2972"/>
                  <a:pt x="546126" y="8915"/>
                </a:cubicBezTo>
                <a:cubicBezTo>
                  <a:pt x="554812" y="14859"/>
                  <a:pt x="560832" y="23012"/>
                  <a:pt x="564185" y="33375"/>
                </a:cubicBezTo>
                <a:lnTo>
                  <a:pt x="671170" y="380847"/>
                </a:lnTo>
                <a:cubicBezTo>
                  <a:pt x="674523" y="391515"/>
                  <a:pt x="678028" y="402869"/>
                  <a:pt x="681685" y="414909"/>
                </a:cubicBezTo>
                <a:cubicBezTo>
                  <a:pt x="685343" y="426948"/>
                  <a:pt x="688543" y="439826"/>
                  <a:pt x="691287" y="453542"/>
                </a:cubicBezTo>
                <a:cubicBezTo>
                  <a:pt x="693725" y="440131"/>
                  <a:pt x="696240" y="427329"/>
                  <a:pt x="698830" y="415137"/>
                </a:cubicBezTo>
                <a:cubicBezTo>
                  <a:pt x="701421" y="402945"/>
                  <a:pt x="704088" y="391515"/>
                  <a:pt x="706831" y="380847"/>
                </a:cubicBezTo>
                <a:lnTo>
                  <a:pt x="798271" y="33375"/>
                </a:lnTo>
                <a:cubicBezTo>
                  <a:pt x="800710" y="24536"/>
                  <a:pt x="806501" y="16764"/>
                  <a:pt x="815645" y="10058"/>
                </a:cubicBezTo>
                <a:cubicBezTo>
                  <a:pt x="824789" y="3353"/>
                  <a:pt x="835762" y="0"/>
                  <a:pt x="848563" y="0"/>
                </a:cubicBezTo>
                <a:lnTo>
                  <a:pt x="970179" y="0"/>
                </a:lnTo>
                <a:lnTo>
                  <a:pt x="764439" y="666140"/>
                </a:lnTo>
                <a:lnTo>
                  <a:pt x="624535" y="666140"/>
                </a:lnTo>
                <a:lnTo>
                  <a:pt x="499263" y="253289"/>
                </a:lnTo>
                <a:cubicBezTo>
                  <a:pt x="497129" y="246888"/>
                  <a:pt x="494919" y="239877"/>
                  <a:pt x="492633" y="232257"/>
                </a:cubicBezTo>
                <a:cubicBezTo>
                  <a:pt x="490347" y="224637"/>
                  <a:pt x="488137" y="216560"/>
                  <a:pt x="486004" y="208026"/>
                </a:cubicBezTo>
                <a:cubicBezTo>
                  <a:pt x="483870" y="216560"/>
                  <a:pt x="481660" y="224637"/>
                  <a:pt x="479374" y="232257"/>
                </a:cubicBezTo>
                <a:cubicBezTo>
                  <a:pt x="477088" y="239877"/>
                  <a:pt x="474879" y="246888"/>
                  <a:pt x="472745" y="253289"/>
                </a:cubicBezTo>
                <a:lnTo>
                  <a:pt x="345643" y="666140"/>
                </a:lnTo>
                <a:lnTo>
                  <a:pt x="205740" y="666140"/>
                </a:lnTo>
                <a:close/>
              </a:path>
            </a:pathLst>
          </a:custGeom>
          <a:solidFill>
            <a:prstClr val="white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zh-CN" altLang="en-US" sz="7200" dirty="0">
              <a:solidFill>
                <a:prstClr val="white"/>
              </a:solidFill>
              <a:latin typeface="Lato Black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3CF64D2-E19E-4F88-A832-F465AAE12E97}"/>
              </a:ext>
            </a:extLst>
          </p:cNvPr>
          <p:cNvSpPr txBox="1"/>
          <p:nvPr/>
        </p:nvSpPr>
        <p:spPr>
          <a:xfrm>
            <a:off x="4927912" y="4096695"/>
            <a:ext cx="692201" cy="680770"/>
          </a:xfrm>
          <a:custGeom>
            <a:avLst/>
            <a:gdLst/>
            <a:ahLst/>
            <a:cxnLst/>
            <a:rect l="l" t="t" r="r" b="b"/>
            <a:pathLst>
              <a:path w="692201" h="680770">
                <a:moveTo>
                  <a:pt x="346558" y="127558"/>
                </a:moveTo>
                <a:cubicBezTo>
                  <a:pt x="316687" y="127558"/>
                  <a:pt x="290093" y="132435"/>
                  <a:pt x="266776" y="142189"/>
                </a:cubicBezTo>
                <a:cubicBezTo>
                  <a:pt x="243459" y="151942"/>
                  <a:pt x="223799" y="165963"/>
                  <a:pt x="207797" y="184251"/>
                </a:cubicBezTo>
                <a:cubicBezTo>
                  <a:pt x="191795" y="202539"/>
                  <a:pt x="179527" y="224866"/>
                  <a:pt x="170993" y="251231"/>
                </a:cubicBezTo>
                <a:cubicBezTo>
                  <a:pt x="162458" y="277596"/>
                  <a:pt x="158191" y="307238"/>
                  <a:pt x="158191" y="340156"/>
                </a:cubicBezTo>
                <a:cubicBezTo>
                  <a:pt x="158191" y="373380"/>
                  <a:pt x="162458" y="403174"/>
                  <a:pt x="170993" y="429539"/>
                </a:cubicBezTo>
                <a:cubicBezTo>
                  <a:pt x="179527" y="455904"/>
                  <a:pt x="191795" y="478231"/>
                  <a:pt x="207797" y="496519"/>
                </a:cubicBezTo>
                <a:cubicBezTo>
                  <a:pt x="223799" y="514807"/>
                  <a:pt x="243459" y="528751"/>
                  <a:pt x="266776" y="538353"/>
                </a:cubicBezTo>
                <a:cubicBezTo>
                  <a:pt x="290093" y="547954"/>
                  <a:pt x="316687" y="552754"/>
                  <a:pt x="346558" y="552754"/>
                </a:cubicBezTo>
                <a:cubicBezTo>
                  <a:pt x="376123" y="552754"/>
                  <a:pt x="402488" y="547954"/>
                  <a:pt x="425653" y="538353"/>
                </a:cubicBezTo>
                <a:cubicBezTo>
                  <a:pt x="448818" y="528751"/>
                  <a:pt x="468401" y="514807"/>
                  <a:pt x="484403" y="496519"/>
                </a:cubicBezTo>
                <a:cubicBezTo>
                  <a:pt x="500405" y="478231"/>
                  <a:pt x="512674" y="455904"/>
                  <a:pt x="521208" y="429539"/>
                </a:cubicBezTo>
                <a:cubicBezTo>
                  <a:pt x="529742" y="403174"/>
                  <a:pt x="534010" y="373380"/>
                  <a:pt x="534010" y="340156"/>
                </a:cubicBezTo>
                <a:cubicBezTo>
                  <a:pt x="534010" y="307238"/>
                  <a:pt x="529742" y="277596"/>
                  <a:pt x="521208" y="251231"/>
                </a:cubicBezTo>
                <a:cubicBezTo>
                  <a:pt x="512674" y="224866"/>
                  <a:pt x="500405" y="202539"/>
                  <a:pt x="484403" y="184251"/>
                </a:cubicBezTo>
                <a:cubicBezTo>
                  <a:pt x="468401" y="165963"/>
                  <a:pt x="448818" y="151942"/>
                  <a:pt x="425653" y="142189"/>
                </a:cubicBezTo>
                <a:cubicBezTo>
                  <a:pt x="402488" y="132435"/>
                  <a:pt x="376123" y="127558"/>
                  <a:pt x="346558" y="127558"/>
                </a:cubicBezTo>
                <a:close/>
                <a:moveTo>
                  <a:pt x="346558" y="0"/>
                </a:moveTo>
                <a:cubicBezTo>
                  <a:pt x="398374" y="0"/>
                  <a:pt x="445541" y="8762"/>
                  <a:pt x="488061" y="26289"/>
                </a:cubicBezTo>
                <a:cubicBezTo>
                  <a:pt x="530581" y="43815"/>
                  <a:pt x="566928" y="67818"/>
                  <a:pt x="597103" y="98298"/>
                </a:cubicBezTo>
                <a:cubicBezTo>
                  <a:pt x="627278" y="128778"/>
                  <a:pt x="650672" y="164744"/>
                  <a:pt x="667283" y="206197"/>
                </a:cubicBezTo>
                <a:cubicBezTo>
                  <a:pt x="683895" y="247650"/>
                  <a:pt x="692201" y="292303"/>
                  <a:pt x="692201" y="340156"/>
                </a:cubicBezTo>
                <a:cubicBezTo>
                  <a:pt x="692201" y="388315"/>
                  <a:pt x="683895" y="433120"/>
                  <a:pt x="667283" y="474573"/>
                </a:cubicBezTo>
                <a:cubicBezTo>
                  <a:pt x="650672" y="516026"/>
                  <a:pt x="627278" y="552069"/>
                  <a:pt x="597103" y="582701"/>
                </a:cubicBezTo>
                <a:cubicBezTo>
                  <a:pt x="566928" y="613333"/>
                  <a:pt x="530581" y="637336"/>
                  <a:pt x="488061" y="654710"/>
                </a:cubicBezTo>
                <a:cubicBezTo>
                  <a:pt x="445541" y="672084"/>
                  <a:pt x="398374" y="680770"/>
                  <a:pt x="346558" y="680770"/>
                </a:cubicBezTo>
                <a:cubicBezTo>
                  <a:pt x="294742" y="680770"/>
                  <a:pt x="247498" y="672084"/>
                  <a:pt x="204826" y="654710"/>
                </a:cubicBezTo>
                <a:cubicBezTo>
                  <a:pt x="162154" y="637336"/>
                  <a:pt x="125654" y="613333"/>
                  <a:pt x="95326" y="582701"/>
                </a:cubicBezTo>
                <a:cubicBezTo>
                  <a:pt x="64999" y="552069"/>
                  <a:pt x="41529" y="516026"/>
                  <a:pt x="24917" y="474573"/>
                </a:cubicBezTo>
                <a:cubicBezTo>
                  <a:pt x="8306" y="433120"/>
                  <a:pt x="0" y="388315"/>
                  <a:pt x="0" y="340156"/>
                </a:cubicBezTo>
                <a:cubicBezTo>
                  <a:pt x="0" y="291998"/>
                  <a:pt x="8306" y="247192"/>
                  <a:pt x="24917" y="205740"/>
                </a:cubicBezTo>
                <a:cubicBezTo>
                  <a:pt x="41529" y="164287"/>
                  <a:pt x="64999" y="128320"/>
                  <a:pt x="95326" y="97840"/>
                </a:cubicBezTo>
                <a:cubicBezTo>
                  <a:pt x="125654" y="67360"/>
                  <a:pt x="162154" y="43434"/>
                  <a:pt x="204826" y="26060"/>
                </a:cubicBezTo>
                <a:cubicBezTo>
                  <a:pt x="247498" y="8686"/>
                  <a:pt x="294742" y="0"/>
                  <a:pt x="346558" y="0"/>
                </a:cubicBezTo>
                <a:close/>
              </a:path>
            </a:pathLst>
          </a:custGeom>
          <a:solidFill>
            <a:prstClr val="white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zh-CN" altLang="en-US" sz="7200" dirty="0">
              <a:solidFill>
                <a:prstClr val="white"/>
              </a:solidFill>
              <a:latin typeface="Lato Black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E332ECD-B4C7-4A4B-87FC-509CADBA841E}"/>
              </a:ext>
            </a:extLst>
          </p:cNvPr>
          <p:cNvSpPr txBox="1"/>
          <p:nvPr/>
        </p:nvSpPr>
        <p:spPr>
          <a:xfrm>
            <a:off x="6653267" y="4104010"/>
            <a:ext cx="529438" cy="666140"/>
          </a:xfrm>
          <a:custGeom>
            <a:avLst/>
            <a:gdLst/>
            <a:ahLst/>
            <a:cxnLst/>
            <a:rect l="l" t="t" r="r" b="b"/>
            <a:pathLst>
              <a:path w="529438" h="666140">
                <a:moveTo>
                  <a:pt x="0" y="0"/>
                </a:moveTo>
                <a:lnTo>
                  <a:pt x="529438" y="0"/>
                </a:lnTo>
                <a:lnTo>
                  <a:pt x="529438" y="122529"/>
                </a:lnTo>
                <a:lnTo>
                  <a:pt x="341986" y="122529"/>
                </a:lnTo>
                <a:lnTo>
                  <a:pt x="341986" y="666140"/>
                </a:lnTo>
                <a:lnTo>
                  <a:pt x="187452" y="666140"/>
                </a:lnTo>
                <a:lnTo>
                  <a:pt x="187452" y="122529"/>
                </a:lnTo>
                <a:lnTo>
                  <a:pt x="0" y="122529"/>
                </a:lnTo>
                <a:close/>
              </a:path>
            </a:pathLst>
          </a:custGeom>
          <a:solidFill>
            <a:prstClr val="white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zh-CN" altLang="en-US" sz="7200" dirty="0">
              <a:solidFill>
                <a:prstClr val="white"/>
              </a:solidFill>
              <a:latin typeface="Lato Black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12" name="文字方塊 7">
            <a:extLst>
              <a:ext uri="{FF2B5EF4-FFF2-40B4-BE49-F238E27FC236}">
                <a16:creationId xmlns:a16="http://schemas.microsoft.com/office/drawing/2014/main" id="{AF62DE6D-6822-49D7-89E4-BA85F9617AAE}"/>
              </a:ext>
            </a:extLst>
          </p:cNvPr>
          <p:cNvSpPr txBox="1"/>
          <p:nvPr/>
        </p:nvSpPr>
        <p:spPr>
          <a:xfrm>
            <a:off x="796517" y="195509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262626"/>
                </a:solidFill>
                <a:latin typeface="Noto Sans CJK TC Regular"/>
                <a:ea typeface="Noto Sans CJK TC Regular"/>
                <a:cs typeface="OPPOSans R" panose="00020600040101010101" pitchFamily="18" charset="-122"/>
              </a:rPr>
              <a:t>優勢</a:t>
            </a:r>
          </a:p>
        </p:txBody>
      </p:sp>
      <p:sp>
        <p:nvSpPr>
          <p:cNvPr id="13" name="文字方塊 8">
            <a:extLst>
              <a:ext uri="{FF2B5EF4-FFF2-40B4-BE49-F238E27FC236}">
                <a16:creationId xmlns:a16="http://schemas.microsoft.com/office/drawing/2014/main" id="{386AFDFD-4BB3-49E1-B9C6-145208982645}"/>
              </a:ext>
            </a:extLst>
          </p:cNvPr>
          <p:cNvSpPr txBox="1"/>
          <p:nvPr/>
        </p:nvSpPr>
        <p:spPr>
          <a:xfrm>
            <a:off x="838852" y="2416865"/>
            <a:ext cx="3088441" cy="117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200" dirty="0">
                <a:solidFill>
                  <a:srgbClr val="262626"/>
                </a:solidFill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altLang="zh-CN" sz="1200" dirty="0" err="1">
                <a:solidFill>
                  <a:srgbClr val="262626"/>
                </a:solidFill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urna</a:t>
            </a:r>
            <a:r>
              <a:rPr lang="en-US" altLang="zh-CN" sz="1200" dirty="0">
                <a:solidFill>
                  <a:srgbClr val="262626"/>
                </a:solidFill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.</a:t>
            </a:r>
          </a:p>
        </p:txBody>
      </p:sp>
      <p:sp>
        <p:nvSpPr>
          <p:cNvPr id="14" name="文字方塊 9">
            <a:extLst>
              <a:ext uri="{FF2B5EF4-FFF2-40B4-BE49-F238E27FC236}">
                <a16:creationId xmlns:a16="http://schemas.microsoft.com/office/drawing/2014/main" id="{96D729EC-3637-4ADB-990A-4AF6F2166945}"/>
              </a:ext>
            </a:extLst>
          </p:cNvPr>
          <p:cNvSpPr txBox="1"/>
          <p:nvPr/>
        </p:nvSpPr>
        <p:spPr>
          <a:xfrm>
            <a:off x="796517" y="398658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262626"/>
                </a:solidFill>
                <a:latin typeface="Noto Sans CJK TC Regular"/>
                <a:ea typeface="Noto Sans CJK TC Regular"/>
                <a:cs typeface="OPPOSans R" panose="00020600040101010101" pitchFamily="18" charset="-122"/>
              </a:rPr>
              <a:t>機會</a:t>
            </a:r>
          </a:p>
        </p:txBody>
      </p:sp>
      <p:sp>
        <p:nvSpPr>
          <p:cNvPr id="15" name="文字方塊 10">
            <a:extLst>
              <a:ext uri="{FF2B5EF4-FFF2-40B4-BE49-F238E27FC236}">
                <a16:creationId xmlns:a16="http://schemas.microsoft.com/office/drawing/2014/main" id="{CE83B0C8-3E22-4FAD-B142-A426788BFAC6}"/>
              </a:ext>
            </a:extLst>
          </p:cNvPr>
          <p:cNvSpPr txBox="1"/>
          <p:nvPr/>
        </p:nvSpPr>
        <p:spPr>
          <a:xfrm>
            <a:off x="838852" y="4448353"/>
            <a:ext cx="3088441" cy="117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200" dirty="0">
                <a:solidFill>
                  <a:srgbClr val="262626"/>
                </a:solidFill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altLang="zh-CN" sz="1200" dirty="0" err="1">
                <a:solidFill>
                  <a:srgbClr val="262626"/>
                </a:solidFill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urna</a:t>
            </a:r>
            <a:r>
              <a:rPr lang="en-US" altLang="zh-CN" sz="1200" dirty="0">
                <a:solidFill>
                  <a:srgbClr val="262626"/>
                </a:solidFill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.</a:t>
            </a:r>
          </a:p>
        </p:txBody>
      </p:sp>
      <p:sp>
        <p:nvSpPr>
          <p:cNvPr id="16" name="文字方塊 11">
            <a:extLst>
              <a:ext uri="{FF2B5EF4-FFF2-40B4-BE49-F238E27FC236}">
                <a16:creationId xmlns:a16="http://schemas.microsoft.com/office/drawing/2014/main" id="{6F688C14-3247-43C9-BB65-86E57CFECB66}"/>
              </a:ext>
            </a:extLst>
          </p:cNvPr>
          <p:cNvSpPr txBox="1"/>
          <p:nvPr/>
        </p:nvSpPr>
        <p:spPr>
          <a:xfrm>
            <a:off x="8173832" y="195509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262626"/>
                </a:solidFill>
                <a:latin typeface="Noto Sans CJK TC Regular"/>
                <a:ea typeface="Noto Sans CJK TC Regular"/>
                <a:cs typeface="OPPOSans R" panose="00020600040101010101" pitchFamily="18" charset="-122"/>
              </a:rPr>
              <a:t>劣勢</a:t>
            </a:r>
          </a:p>
        </p:txBody>
      </p:sp>
      <p:sp>
        <p:nvSpPr>
          <p:cNvPr id="17" name="文字方塊 12">
            <a:extLst>
              <a:ext uri="{FF2B5EF4-FFF2-40B4-BE49-F238E27FC236}">
                <a16:creationId xmlns:a16="http://schemas.microsoft.com/office/drawing/2014/main" id="{E0C99ADA-F3A5-48C9-8792-3E7DDBDA67DD}"/>
              </a:ext>
            </a:extLst>
          </p:cNvPr>
          <p:cNvSpPr txBox="1"/>
          <p:nvPr/>
        </p:nvSpPr>
        <p:spPr>
          <a:xfrm>
            <a:off x="8216167" y="2416865"/>
            <a:ext cx="3088441" cy="117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200" dirty="0">
                <a:solidFill>
                  <a:srgbClr val="262626"/>
                </a:solidFill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altLang="zh-CN" sz="1200" dirty="0" err="1">
                <a:solidFill>
                  <a:srgbClr val="262626"/>
                </a:solidFill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urna</a:t>
            </a:r>
            <a:r>
              <a:rPr lang="en-US" altLang="zh-CN" sz="1200" dirty="0">
                <a:solidFill>
                  <a:srgbClr val="262626"/>
                </a:solidFill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.</a:t>
            </a:r>
          </a:p>
        </p:txBody>
      </p:sp>
      <p:sp>
        <p:nvSpPr>
          <p:cNvPr id="18" name="文字方塊 13">
            <a:extLst>
              <a:ext uri="{FF2B5EF4-FFF2-40B4-BE49-F238E27FC236}">
                <a16:creationId xmlns:a16="http://schemas.microsoft.com/office/drawing/2014/main" id="{546B56F7-EC32-4FD4-AD80-72072215164C}"/>
              </a:ext>
            </a:extLst>
          </p:cNvPr>
          <p:cNvSpPr txBox="1"/>
          <p:nvPr/>
        </p:nvSpPr>
        <p:spPr>
          <a:xfrm>
            <a:off x="8173832" y="398658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262626"/>
                </a:solidFill>
                <a:latin typeface="Noto Sans CJK TC Regular"/>
                <a:ea typeface="Noto Sans CJK TC Regular"/>
                <a:cs typeface="OPPOSans R" panose="00020600040101010101" pitchFamily="18" charset="-122"/>
              </a:rPr>
              <a:t>威脅</a:t>
            </a:r>
          </a:p>
        </p:txBody>
      </p:sp>
      <p:sp>
        <p:nvSpPr>
          <p:cNvPr id="19" name="文字方塊 14">
            <a:extLst>
              <a:ext uri="{FF2B5EF4-FFF2-40B4-BE49-F238E27FC236}">
                <a16:creationId xmlns:a16="http://schemas.microsoft.com/office/drawing/2014/main" id="{A64105E5-7C3E-45E0-8F5C-CF45D512766B}"/>
              </a:ext>
            </a:extLst>
          </p:cNvPr>
          <p:cNvSpPr txBox="1"/>
          <p:nvPr/>
        </p:nvSpPr>
        <p:spPr>
          <a:xfrm>
            <a:off x="8216167" y="4448353"/>
            <a:ext cx="3088441" cy="117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200" dirty="0">
                <a:solidFill>
                  <a:srgbClr val="262626"/>
                </a:solidFill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altLang="zh-CN" sz="1200" dirty="0" err="1">
                <a:solidFill>
                  <a:srgbClr val="262626"/>
                </a:solidFill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urna</a:t>
            </a:r>
            <a:r>
              <a:rPr lang="en-US" altLang="zh-CN" sz="1200" dirty="0">
                <a:solidFill>
                  <a:srgbClr val="262626"/>
                </a:solidFill>
                <a:latin typeface="Lato Light"/>
                <a:ea typeface="OPPOSans R" panose="00020600040101010101" pitchFamily="18" charset="-122"/>
                <a:cs typeface="OPPOSans R" panose="00020600040101010101" pitchFamily="18" charset="-122"/>
              </a:rPr>
              <a:t>.</a:t>
            </a:r>
          </a:p>
        </p:txBody>
      </p:sp>
      <p:sp>
        <p:nvSpPr>
          <p:cNvPr id="20" name="橢圓 3">
            <a:extLst>
              <a:ext uri="{FF2B5EF4-FFF2-40B4-BE49-F238E27FC236}">
                <a16:creationId xmlns:a16="http://schemas.microsoft.com/office/drawing/2014/main" id="{59B83C83-1DF7-48FE-9107-78AE71705FF0}"/>
              </a:ext>
            </a:extLst>
          </p:cNvPr>
          <p:cNvSpPr/>
          <p:nvPr/>
        </p:nvSpPr>
        <p:spPr>
          <a:xfrm>
            <a:off x="11384755" y="290563"/>
            <a:ext cx="112337" cy="112337"/>
          </a:xfrm>
          <a:prstGeom prst="ellipse">
            <a:avLst/>
          </a:prstGeom>
          <a:solidFill>
            <a:srgbClr val="FEBC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等线" panose="020F0502020204030204"/>
            </a:endParaRPr>
          </a:p>
        </p:txBody>
      </p:sp>
      <p:sp>
        <p:nvSpPr>
          <p:cNvPr id="21" name="橢圓 2">
            <a:extLst>
              <a:ext uri="{FF2B5EF4-FFF2-40B4-BE49-F238E27FC236}">
                <a16:creationId xmlns:a16="http://schemas.microsoft.com/office/drawing/2014/main" id="{ADEEA5B8-9304-4CBD-BD21-3B5B84E07950}"/>
              </a:ext>
            </a:extLst>
          </p:cNvPr>
          <p:cNvSpPr/>
          <p:nvPr/>
        </p:nvSpPr>
        <p:spPr>
          <a:xfrm>
            <a:off x="11563793" y="290563"/>
            <a:ext cx="112337" cy="112337"/>
          </a:xfrm>
          <a:prstGeom prst="ellipse">
            <a:avLst/>
          </a:prstGeom>
          <a:solidFill>
            <a:srgbClr val="26262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black">
                  <a:lumMod val="85000"/>
                  <a:lumOff val="15000"/>
                </a:prstClr>
              </a:solidFill>
              <a:latin typeface="等线" panose="020F0502020204030204"/>
            </a:endParaRPr>
          </a:p>
        </p:txBody>
      </p:sp>
      <p:sp>
        <p:nvSpPr>
          <p:cNvPr id="22" name="橢圓 1">
            <a:extLst>
              <a:ext uri="{FF2B5EF4-FFF2-40B4-BE49-F238E27FC236}">
                <a16:creationId xmlns:a16="http://schemas.microsoft.com/office/drawing/2014/main" id="{E5B184C1-EC68-4FCB-9241-8A49664FA4CA}"/>
              </a:ext>
            </a:extLst>
          </p:cNvPr>
          <p:cNvSpPr/>
          <p:nvPr/>
        </p:nvSpPr>
        <p:spPr>
          <a:xfrm>
            <a:off x="11742831" y="290563"/>
            <a:ext cx="112337" cy="112337"/>
          </a:xfrm>
          <a:prstGeom prst="ellipse">
            <a:avLst/>
          </a:prstGeom>
          <a:solidFill>
            <a:srgbClr val="0937B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等线" panose="020F0502020204030204"/>
            </a:endParaRPr>
          </a:p>
        </p:txBody>
      </p:sp>
      <p:sp>
        <p:nvSpPr>
          <p:cNvPr id="23" name="文字方塊 13">
            <a:extLst>
              <a:ext uri="{FF2B5EF4-FFF2-40B4-BE49-F238E27FC236}">
                <a16:creationId xmlns:a16="http://schemas.microsoft.com/office/drawing/2014/main" id="{E201EA25-35DB-47A7-A650-636F2BFAE689}"/>
              </a:ext>
            </a:extLst>
          </p:cNvPr>
          <p:cNvSpPr txBox="1"/>
          <p:nvPr/>
        </p:nvSpPr>
        <p:spPr>
          <a:xfrm>
            <a:off x="261274" y="6372059"/>
            <a:ext cx="1923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prstClr val="black">
                    <a:alpha val="40000"/>
                  </a:prstClr>
                </a:solidFill>
                <a:latin typeface="Noto Sans CJK TC Regular"/>
                <a:ea typeface="Noto Sans CJK TC Regular"/>
                <a:cs typeface="OPPOSans R" panose="00020600040101010101" pitchFamily="18" charset="-122"/>
              </a:rPr>
              <a:t>*</a:t>
            </a:r>
            <a:r>
              <a:rPr lang="zh-TW" altLang="en-US" sz="1400" dirty="0">
                <a:solidFill>
                  <a:prstClr val="black">
                    <a:alpha val="40000"/>
                  </a:prstClr>
                </a:solidFill>
                <a:latin typeface="Noto Sans CJK TC Regular"/>
                <a:ea typeface="Noto Sans CJK TC Regular"/>
                <a:cs typeface="OPPOSans R" panose="00020600040101010101" pitchFamily="18" charset="-122"/>
              </a:rPr>
              <a:t> 請適當調整本頁配色</a:t>
            </a:r>
            <a:endParaRPr lang="zh-CN" altLang="en-US" sz="1400" dirty="0">
              <a:solidFill>
                <a:prstClr val="black">
                  <a:alpha val="40000"/>
                </a:prstClr>
              </a:solidFill>
              <a:latin typeface="Noto Sans CJK TC Regular"/>
              <a:ea typeface="Noto Sans CJK TC Regular"/>
              <a:cs typeface="OPPOSans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0704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Oval 17">
            <a:extLst>
              <a:ext uri="{FF2B5EF4-FFF2-40B4-BE49-F238E27FC236}">
                <a16:creationId xmlns:a16="http://schemas.microsoft.com/office/drawing/2014/main" id="{3CDB40A8-ECBB-4896-9385-C4CE0AE6CE4F}"/>
              </a:ext>
            </a:extLst>
          </p:cNvPr>
          <p:cNvSpPr/>
          <p:nvPr/>
        </p:nvSpPr>
        <p:spPr>
          <a:xfrm>
            <a:off x="5513853" y="2755073"/>
            <a:ext cx="1164297" cy="1164297"/>
          </a:xfrm>
          <a:prstGeom prst="ellipse">
            <a:avLst/>
          </a:prstGeom>
          <a:noFill/>
          <a:ln w="25400" cap="flat" cmpd="sng" algn="ctr">
            <a:solidFill>
              <a:srgbClr val="F2BB6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19" name="Isosceles Triangle 26">
            <a:extLst>
              <a:ext uri="{FF2B5EF4-FFF2-40B4-BE49-F238E27FC236}">
                <a16:creationId xmlns:a16="http://schemas.microsoft.com/office/drawing/2014/main" id="{8BBED7E1-6140-45B7-8F5D-8F576E8C1759}"/>
              </a:ext>
            </a:extLst>
          </p:cNvPr>
          <p:cNvSpPr/>
          <p:nvPr/>
        </p:nvSpPr>
        <p:spPr>
          <a:xfrm rot="10800000">
            <a:off x="5486827" y="2977886"/>
            <a:ext cx="1218348" cy="1050300"/>
          </a:xfrm>
          <a:prstGeom prst="triangle">
            <a:avLst/>
          </a:prstGeom>
          <a:solidFill>
            <a:srgbClr val="F2BB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20" name="TextBox 51">
            <a:extLst>
              <a:ext uri="{FF2B5EF4-FFF2-40B4-BE49-F238E27FC236}">
                <a16:creationId xmlns:a16="http://schemas.microsoft.com/office/drawing/2014/main" id="{F45BA534-5F87-4BF2-A0C5-2AE602FED219}"/>
              </a:ext>
            </a:extLst>
          </p:cNvPr>
          <p:cNvSpPr txBox="1"/>
          <p:nvPr/>
        </p:nvSpPr>
        <p:spPr>
          <a:xfrm>
            <a:off x="5716834" y="4207449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tr-TR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CAMERA</a:t>
            </a:r>
          </a:p>
        </p:txBody>
      </p:sp>
      <p:sp>
        <p:nvSpPr>
          <p:cNvPr id="121" name="Shape 937">
            <a:extLst>
              <a:ext uri="{FF2B5EF4-FFF2-40B4-BE49-F238E27FC236}">
                <a16:creationId xmlns:a16="http://schemas.microsoft.com/office/drawing/2014/main" id="{98A8D362-B397-4A15-898B-25292193BE4E}"/>
              </a:ext>
            </a:extLst>
          </p:cNvPr>
          <p:cNvSpPr/>
          <p:nvPr/>
        </p:nvSpPr>
        <p:spPr>
          <a:xfrm>
            <a:off x="5948774" y="3186874"/>
            <a:ext cx="322546" cy="2869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6" h="21471" extrusionOk="0">
                <a:moveTo>
                  <a:pt x="2906" y="19280"/>
                </a:moveTo>
                <a:cubicBezTo>
                  <a:pt x="2683" y="19534"/>
                  <a:pt x="2683" y="19946"/>
                  <a:pt x="2906" y="20200"/>
                </a:cubicBezTo>
                <a:lnTo>
                  <a:pt x="3930" y="21326"/>
                </a:lnTo>
                <a:cubicBezTo>
                  <a:pt x="4154" y="21580"/>
                  <a:pt x="4510" y="21473"/>
                  <a:pt x="4734" y="21220"/>
                </a:cubicBezTo>
                <a:lnTo>
                  <a:pt x="10017" y="15372"/>
                </a:lnTo>
                <a:lnTo>
                  <a:pt x="8398" y="13299"/>
                </a:lnTo>
                <a:cubicBezTo>
                  <a:pt x="8398" y="13299"/>
                  <a:pt x="2906" y="19280"/>
                  <a:pt x="2906" y="19280"/>
                </a:cubicBezTo>
                <a:close/>
                <a:moveTo>
                  <a:pt x="21387" y="2723"/>
                </a:moveTo>
                <a:cubicBezTo>
                  <a:pt x="21307" y="2125"/>
                  <a:pt x="21031" y="2252"/>
                  <a:pt x="20888" y="2505"/>
                </a:cubicBezTo>
                <a:cubicBezTo>
                  <a:pt x="20746" y="2758"/>
                  <a:pt x="20111" y="3840"/>
                  <a:pt x="19852" y="4329"/>
                </a:cubicBezTo>
                <a:cubicBezTo>
                  <a:pt x="19593" y="4815"/>
                  <a:pt x="18956" y="5772"/>
                  <a:pt x="17770" y="4826"/>
                </a:cubicBezTo>
                <a:cubicBezTo>
                  <a:pt x="16533" y="3843"/>
                  <a:pt x="16963" y="3157"/>
                  <a:pt x="17179" y="2694"/>
                </a:cubicBezTo>
                <a:cubicBezTo>
                  <a:pt x="17395" y="2232"/>
                  <a:pt x="18059" y="931"/>
                  <a:pt x="18155" y="768"/>
                </a:cubicBezTo>
                <a:cubicBezTo>
                  <a:pt x="18251" y="605"/>
                  <a:pt x="18139" y="129"/>
                  <a:pt x="17756" y="329"/>
                </a:cubicBezTo>
                <a:cubicBezTo>
                  <a:pt x="17372" y="527"/>
                  <a:pt x="15039" y="1572"/>
                  <a:pt x="14715" y="3066"/>
                </a:cubicBezTo>
                <a:cubicBezTo>
                  <a:pt x="14386" y="4590"/>
                  <a:pt x="14993" y="5950"/>
                  <a:pt x="13800" y="7301"/>
                </a:cubicBezTo>
                <a:lnTo>
                  <a:pt x="12355" y="8998"/>
                </a:lnTo>
                <a:lnTo>
                  <a:pt x="13806" y="10898"/>
                </a:lnTo>
                <a:lnTo>
                  <a:pt x="15589" y="8995"/>
                </a:lnTo>
                <a:cubicBezTo>
                  <a:pt x="16013" y="8514"/>
                  <a:pt x="16919" y="8048"/>
                  <a:pt x="17740" y="8257"/>
                </a:cubicBezTo>
                <a:cubicBezTo>
                  <a:pt x="19498" y="8705"/>
                  <a:pt x="20456" y="7962"/>
                  <a:pt x="21035" y="6733"/>
                </a:cubicBezTo>
                <a:cubicBezTo>
                  <a:pt x="21552" y="5635"/>
                  <a:pt x="21466" y="3322"/>
                  <a:pt x="21387" y="2723"/>
                </a:cubicBezTo>
                <a:close/>
                <a:moveTo>
                  <a:pt x="9478" y="7592"/>
                </a:moveTo>
                <a:cubicBezTo>
                  <a:pt x="9350" y="7424"/>
                  <a:pt x="9189" y="7421"/>
                  <a:pt x="9050" y="7558"/>
                </a:cubicBezTo>
                <a:lnTo>
                  <a:pt x="7506" y="9074"/>
                </a:lnTo>
                <a:cubicBezTo>
                  <a:pt x="7384" y="9194"/>
                  <a:pt x="7369" y="9419"/>
                  <a:pt x="7477" y="9559"/>
                </a:cubicBezTo>
                <a:lnTo>
                  <a:pt x="16408" y="20996"/>
                </a:lnTo>
                <a:cubicBezTo>
                  <a:pt x="16616" y="21268"/>
                  <a:pt x="16979" y="21295"/>
                  <a:pt x="17217" y="21061"/>
                </a:cubicBezTo>
                <a:lnTo>
                  <a:pt x="18263" y="20076"/>
                </a:lnTo>
                <a:cubicBezTo>
                  <a:pt x="18500" y="19839"/>
                  <a:pt x="18526" y="19429"/>
                  <a:pt x="18317" y="19158"/>
                </a:cubicBezTo>
                <a:cubicBezTo>
                  <a:pt x="18317" y="19158"/>
                  <a:pt x="9478" y="7592"/>
                  <a:pt x="9478" y="7592"/>
                </a:cubicBezTo>
                <a:close/>
                <a:moveTo>
                  <a:pt x="3331" y="6965"/>
                </a:moveTo>
                <a:cubicBezTo>
                  <a:pt x="4336" y="6088"/>
                  <a:pt x="5170" y="6693"/>
                  <a:pt x="6282" y="8142"/>
                </a:cubicBezTo>
                <a:cubicBezTo>
                  <a:pt x="6408" y="8304"/>
                  <a:pt x="6575" y="8114"/>
                  <a:pt x="6671" y="8021"/>
                </a:cubicBezTo>
                <a:cubicBezTo>
                  <a:pt x="6766" y="7926"/>
                  <a:pt x="8233" y="6440"/>
                  <a:pt x="8306" y="6370"/>
                </a:cubicBezTo>
                <a:cubicBezTo>
                  <a:pt x="8377" y="6300"/>
                  <a:pt x="8464" y="6167"/>
                  <a:pt x="8349" y="6018"/>
                </a:cubicBezTo>
                <a:cubicBezTo>
                  <a:pt x="8235" y="5868"/>
                  <a:pt x="7817" y="5261"/>
                  <a:pt x="7550" y="4867"/>
                </a:cubicBezTo>
                <a:cubicBezTo>
                  <a:pt x="5603" y="2001"/>
                  <a:pt x="12876" y="57"/>
                  <a:pt x="11758" y="25"/>
                </a:cubicBezTo>
                <a:cubicBezTo>
                  <a:pt x="11190" y="9"/>
                  <a:pt x="8909" y="-20"/>
                  <a:pt x="8569" y="21"/>
                </a:cubicBezTo>
                <a:cubicBezTo>
                  <a:pt x="7186" y="186"/>
                  <a:pt x="5452" y="1638"/>
                  <a:pt x="4578" y="2313"/>
                </a:cubicBezTo>
                <a:cubicBezTo>
                  <a:pt x="3437" y="3196"/>
                  <a:pt x="3011" y="3711"/>
                  <a:pt x="2939" y="3781"/>
                </a:cubicBezTo>
                <a:cubicBezTo>
                  <a:pt x="2617" y="4099"/>
                  <a:pt x="2887" y="4832"/>
                  <a:pt x="2303" y="5410"/>
                </a:cubicBezTo>
                <a:cubicBezTo>
                  <a:pt x="1683" y="6021"/>
                  <a:pt x="1297" y="5560"/>
                  <a:pt x="939" y="5913"/>
                </a:cubicBezTo>
                <a:cubicBezTo>
                  <a:pt x="761" y="6090"/>
                  <a:pt x="264" y="6509"/>
                  <a:pt x="122" y="6650"/>
                </a:cubicBezTo>
                <a:cubicBezTo>
                  <a:pt x="-22" y="6790"/>
                  <a:pt x="-48" y="7030"/>
                  <a:pt x="99" y="7219"/>
                </a:cubicBezTo>
                <a:cubicBezTo>
                  <a:pt x="99" y="7219"/>
                  <a:pt x="1459" y="8912"/>
                  <a:pt x="1574" y="9061"/>
                </a:cubicBezTo>
                <a:cubicBezTo>
                  <a:pt x="1688" y="9210"/>
                  <a:pt x="1994" y="9337"/>
                  <a:pt x="2185" y="9149"/>
                </a:cubicBezTo>
                <a:cubicBezTo>
                  <a:pt x="2375" y="8960"/>
                  <a:pt x="2864" y="8477"/>
                  <a:pt x="2947" y="8394"/>
                </a:cubicBezTo>
                <a:cubicBezTo>
                  <a:pt x="3031" y="8312"/>
                  <a:pt x="2893" y="7349"/>
                  <a:pt x="3331" y="6965"/>
                </a:cubicBezTo>
                <a:close/>
              </a:path>
            </a:pathLst>
          </a:custGeom>
          <a:solidFill>
            <a:srgbClr val="1C1C1E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>
              <a:solidFill>
                <a:srgbClr val="FFFFFF"/>
              </a:solidFill>
              <a:latin typeface="Agency FB" panose="020B0503020202020204" pitchFamily="34" charset="0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22" name="Oval 35">
            <a:extLst>
              <a:ext uri="{FF2B5EF4-FFF2-40B4-BE49-F238E27FC236}">
                <a16:creationId xmlns:a16="http://schemas.microsoft.com/office/drawing/2014/main" id="{F89C0790-AB6D-4125-A1BE-25A8DA0C00AF}"/>
              </a:ext>
            </a:extLst>
          </p:cNvPr>
          <p:cNvSpPr/>
          <p:nvPr/>
        </p:nvSpPr>
        <p:spPr>
          <a:xfrm>
            <a:off x="1710553" y="2755073"/>
            <a:ext cx="1164297" cy="1164297"/>
          </a:xfrm>
          <a:prstGeom prst="ellipse">
            <a:avLst/>
          </a:prstGeom>
          <a:noFill/>
          <a:ln w="25400" cap="flat" cmpd="sng" algn="ctr">
            <a:solidFill>
              <a:srgbClr val="F2BB6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23" name="Isosceles Triangle 36">
            <a:extLst>
              <a:ext uri="{FF2B5EF4-FFF2-40B4-BE49-F238E27FC236}">
                <a16:creationId xmlns:a16="http://schemas.microsoft.com/office/drawing/2014/main" id="{8A2F9B10-FE4E-42F8-8420-9270E9CC1859}"/>
              </a:ext>
            </a:extLst>
          </p:cNvPr>
          <p:cNvSpPr/>
          <p:nvPr/>
        </p:nvSpPr>
        <p:spPr>
          <a:xfrm rot="10800000">
            <a:off x="1683527" y="2977886"/>
            <a:ext cx="1218348" cy="1050300"/>
          </a:xfrm>
          <a:prstGeom prst="triangle">
            <a:avLst/>
          </a:prstGeom>
          <a:solidFill>
            <a:srgbClr val="F2BB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24" name="TextBox 49">
            <a:extLst>
              <a:ext uri="{FF2B5EF4-FFF2-40B4-BE49-F238E27FC236}">
                <a16:creationId xmlns:a16="http://schemas.microsoft.com/office/drawing/2014/main" id="{C96795FD-2419-4117-8E40-0A618AFD7323}"/>
              </a:ext>
            </a:extLst>
          </p:cNvPr>
          <p:cNvSpPr txBox="1"/>
          <p:nvPr/>
        </p:nvSpPr>
        <p:spPr>
          <a:xfrm>
            <a:off x="1931866" y="4207449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tr-TR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HEALTH</a:t>
            </a:r>
          </a:p>
        </p:txBody>
      </p:sp>
      <p:sp>
        <p:nvSpPr>
          <p:cNvPr id="126" name="Freeform 17">
            <a:extLst>
              <a:ext uri="{FF2B5EF4-FFF2-40B4-BE49-F238E27FC236}">
                <a16:creationId xmlns:a16="http://schemas.microsoft.com/office/drawing/2014/main" id="{3D0AE6BF-9901-4466-8C75-89786402EB4D}"/>
              </a:ext>
            </a:extLst>
          </p:cNvPr>
          <p:cNvSpPr>
            <a:spLocks/>
          </p:cNvSpPr>
          <p:nvPr/>
        </p:nvSpPr>
        <p:spPr bwMode="auto">
          <a:xfrm>
            <a:off x="2196230" y="3312104"/>
            <a:ext cx="87642" cy="33133"/>
          </a:xfrm>
          <a:custGeom>
            <a:avLst/>
            <a:gdLst>
              <a:gd name="T0" fmla="*/ 82 w 82"/>
              <a:gd name="T1" fmla="*/ 0 h 31"/>
              <a:gd name="T2" fmla="*/ 0 w 82"/>
              <a:gd name="T3" fmla="*/ 0 h 31"/>
              <a:gd name="T4" fmla="*/ 3 w 82"/>
              <a:gd name="T5" fmla="*/ 31 h 31"/>
              <a:gd name="T6" fmla="*/ 80 w 82"/>
              <a:gd name="T7" fmla="*/ 31 h 31"/>
              <a:gd name="T8" fmla="*/ 82 w 82"/>
              <a:gd name="T9" fmla="*/ 0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2" h="31">
                <a:moveTo>
                  <a:pt x="82" y="0"/>
                </a:moveTo>
                <a:lnTo>
                  <a:pt x="0" y="0"/>
                </a:lnTo>
                <a:lnTo>
                  <a:pt x="3" y="31"/>
                </a:lnTo>
                <a:lnTo>
                  <a:pt x="80" y="31"/>
                </a:lnTo>
                <a:lnTo>
                  <a:pt x="82" y="0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27" name="Freeform 18">
            <a:extLst>
              <a:ext uri="{FF2B5EF4-FFF2-40B4-BE49-F238E27FC236}">
                <a16:creationId xmlns:a16="http://schemas.microsoft.com/office/drawing/2014/main" id="{BD0CC5F8-5404-4306-946D-37274A4A186B}"/>
              </a:ext>
            </a:extLst>
          </p:cNvPr>
          <p:cNvSpPr>
            <a:spLocks/>
          </p:cNvSpPr>
          <p:nvPr/>
        </p:nvSpPr>
        <p:spPr bwMode="auto">
          <a:xfrm>
            <a:off x="2118207" y="3354857"/>
            <a:ext cx="76954" cy="52371"/>
          </a:xfrm>
          <a:custGeom>
            <a:avLst/>
            <a:gdLst>
              <a:gd name="T0" fmla="*/ 72 w 72"/>
              <a:gd name="T1" fmla="*/ 49 h 49"/>
              <a:gd name="T2" fmla="*/ 68 w 72"/>
              <a:gd name="T3" fmla="*/ 0 h 49"/>
              <a:gd name="T4" fmla="*/ 0 w 72"/>
              <a:gd name="T5" fmla="*/ 0 h 49"/>
              <a:gd name="T6" fmla="*/ 13 w 72"/>
              <a:gd name="T7" fmla="*/ 49 h 49"/>
              <a:gd name="T8" fmla="*/ 72 w 72"/>
              <a:gd name="T9" fmla="*/ 49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" h="49">
                <a:moveTo>
                  <a:pt x="72" y="49"/>
                </a:moveTo>
                <a:lnTo>
                  <a:pt x="68" y="0"/>
                </a:lnTo>
                <a:lnTo>
                  <a:pt x="0" y="0"/>
                </a:lnTo>
                <a:lnTo>
                  <a:pt x="13" y="49"/>
                </a:lnTo>
                <a:lnTo>
                  <a:pt x="72" y="49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28" name="Freeform 19">
            <a:extLst>
              <a:ext uri="{FF2B5EF4-FFF2-40B4-BE49-F238E27FC236}">
                <a16:creationId xmlns:a16="http://schemas.microsoft.com/office/drawing/2014/main" id="{A48087C2-7A05-43E1-A3DE-F6B1390290D1}"/>
              </a:ext>
            </a:extLst>
          </p:cNvPr>
          <p:cNvSpPr>
            <a:spLocks/>
          </p:cNvSpPr>
          <p:nvPr/>
        </p:nvSpPr>
        <p:spPr bwMode="auto">
          <a:xfrm>
            <a:off x="2133170" y="3416848"/>
            <a:ext cx="64128" cy="32064"/>
          </a:xfrm>
          <a:custGeom>
            <a:avLst/>
            <a:gdLst>
              <a:gd name="T0" fmla="*/ 59 w 60"/>
              <a:gd name="T1" fmla="*/ 0 h 30"/>
              <a:gd name="T2" fmla="*/ 0 w 60"/>
              <a:gd name="T3" fmla="*/ 0 h 30"/>
              <a:gd name="T4" fmla="*/ 8 w 60"/>
              <a:gd name="T5" fmla="*/ 30 h 30"/>
              <a:gd name="T6" fmla="*/ 60 w 60"/>
              <a:gd name="T7" fmla="*/ 30 h 30"/>
              <a:gd name="T8" fmla="*/ 59 w 60"/>
              <a:gd name="T9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0" h="30">
                <a:moveTo>
                  <a:pt x="59" y="0"/>
                </a:moveTo>
                <a:lnTo>
                  <a:pt x="0" y="0"/>
                </a:lnTo>
                <a:lnTo>
                  <a:pt x="8" y="30"/>
                </a:lnTo>
                <a:lnTo>
                  <a:pt x="60" y="30"/>
                </a:lnTo>
                <a:lnTo>
                  <a:pt x="59" y="0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29" name="Freeform 20">
            <a:extLst>
              <a:ext uri="{FF2B5EF4-FFF2-40B4-BE49-F238E27FC236}">
                <a16:creationId xmlns:a16="http://schemas.microsoft.com/office/drawing/2014/main" id="{41D26564-A1F6-42FF-B550-9F2C0B4A085D}"/>
              </a:ext>
            </a:extLst>
          </p:cNvPr>
          <p:cNvSpPr>
            <a:spLocks/>
          </p:cNvSpPr>
          <p:nvPr/>
        </p:nvSpPr>
        <p:spPr bwMode="auto">
          <a:xfrm>
            <a:off x="2291354" y="3262939"/>
            <a:ext cx="156046" cy="82298"/>
          </a:xfrm>
          <a:custGeom>
            <a:avLst/>
            <a:gdLst>
              <a:gd name="T0" fmla="*/ 58 w 114"/>
              <a:gd name="T1" fmla="*/ 45 h 60"/>
              <a:gd name="T2" fmla="*/ 82 w 114"/>
              <a:gd name="T3" fmla="*/ 22 h 60"/>
              <a:gd name="T4" fmla="*/ 102 w 114"/>
              <a:gd name="T5" fmla="*/ 22 h 60"/>
              <a:gd name="T6" fmla="*/ 102 w 114"/>
              <a:gd name="T7" fmla="*/ 0 h 60"/>
              <a:gd name="T8" fmla="*/ 77 w 114"/>
              <a:gd name="T9" fmla="*/ 0 h 60"/>
              <a:gd name="T10" fmla="*/ 72 w 114"/>
              <a:gd name="T11" fmla="*/ 2 h 60"/>
              <a:gd name="T12" fmla="*/ 69 w 114"/>
              <a:gd name="T13" fmla="*/ 4 h 60"/>
              <a:gd name="T14" fmla="*/ 40 w 114"/>
              <a:gd name="T15" fmla="*/ 33 h 60"/>
              <a:gd name="T16" fmla="*/ 38 w 114"/>
              <a:gd name="T17" fmla="*/ 36 h 60"/>
              <a:gd name="T18" fmla="*/ 2 w 114"/>
              <a:gd name="T19" fmla="*/ 36 h 60"/>
              <a:gd name="T20" fmla="*/ 0 w 114"/>
              <a:gd name="T21" fmla="*/ 60 h 60"/>
              <a:gd name="T22" fmla="*/ 54 w 114"/>
              <a:gd name="T23" fmla="*/ 60 h 60"/>
              <a:gd name="T24" fmla="*/ 58 w 114"/>
              <a:gd name="T25" fmla="*/ 45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4" h="60">
                <a:moveTo>
                  <a:pt x="58" y="45"/>
                </a:moveTo>
                <a:cubicBezTo>
                  <a:pt x="66" y="37"/>
                  <a:pt x="74" y="29"/>
                  <a:pt x="82" y="22"/>
                </a:cubicBezTo>
                <a:cubicBezTo>
                  <a:pt x="102" y="22"/>
                  <a:pt x="102" y="22"/>
                  <a:pt x="102" y="22"/>
                </a:cubicBezTo>
                <a:cubicBezTo>
                  <a:pt x="114" y="22"/>
                  <a:pt x="114" y="0"/>
                  <a:pt x="102" y="0"/>
                </a:cubicBezTo>
                <a:cubicBezTo>
                  <a:pt x="77" y="0"/>
                  <a:pt x="77" y="0"/>
                  <a:pt x="77" y="0"/>
                </a:cubicBezTo>
                <a:cubicBezTo>
                  <a:pt x="75" y="0"/>
                  <a:pt x="73" y="1"/>
                  <a:pt x="72" y="2"/>
                </a:cubicBezTo>
                <a:cubicBezTo>
                  <a:pt x="71" y="2"/>
                  <a:pt x="70" y="3"/>
                  <a:pt x="69" y="4"/>
                </a:cubicBezTo>
                <a:cubicBezTo>
                  <a:pt x="59" y="14"/>
                  <a:pt x="50" y="23"/>
                  <a:pt x="40" y="33"/>
                </a:cubicBezTo>
                <a:cubicBezTo>
                  <a:pt x="39" y="34"/>
                  <a:pt x="38" y="35"/>
                  <a:pt x="38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0" y="60"/>
                  <a:pt x="0" y="60"/>
                  <a:pt x="0" y="60"/>
                </a:cubicBezTo>
                <a:cubicBezTo>
                  <a:pt x="54" y="60"/>
                  <a:pt x="54" y="60"/>
                  <a:pt x="54" y="60"/>
                </a:cubicBezTo>
                <a:lnTo>
                  <a:pt x="58" y="45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30" name="Freeform 21">
            <a:extLst>
              <a:ext uri="{FF2B5EF4-FFF2-40B4-BE49-F238E27FC236}">
                <a16:creationId xmlns:a16="http://schemas.microsoft.com/office/drawing/2014/main" id="{6E63AA58-F30C-40E2-BC00-5370881B07A9}"/>
              </a:ext>
            </a:extLst>
          </p:cNvPr>
          <p:cNvSpPr>
            <a:spLocks/>
          </p:cNvSpPr>
          <p:nvPr/>
        </p:nvSpPr>
        <p:spPr bwMode="auto">
          <a:xfrm>
            <a:off x="2107519" y="3312104"/>
            <a:ext cx="82298" cy="33133"/>
          </a:xfrm>
          <a:custGeom>
            <a:avLst/>
            <a:gdLst>
              <a:gd name="T0" fmla="*/ 7 w 77"/>
              <a:gd name="T1" fmla="*/ 31 h 31"/>
              <a:gd name="T2" fmla="*/ 77 w 77"/>
              <a:gd name="T3" fmla="*/ 31 h 31"/>
              <a:gd name="T4" fmla="*/ 74 w 77"/>
              <a:gd name="T5" fmla="*/ 0 h 31"/>
              <a:gd name="T6" fmla="*/ 0 w 77"/>
              <a:gd name="T7" fmla="*/ 0 h 31"/>
              <a:gd name="T8" fmla="*/ 7 w 77"/>
              <a:gd name="T9" fmla="*/ 31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7" h="31">
                <a:moveTo>
                  <a:pt x="7" y="31"/>
                </a:moveTo>
                <a:lnTo>
                  <a:pt x="77" y="31"/>
                </a:lnTo>
                <a:lnTo>
                  <a:pt x="74" y="0"/>
                </a:lnTo>
                <a:lnTo>
                  <a:pt x="0" y="0"/>
                </a:lnTo>
                <a:lnTo>
                  <a:pt x="7" y="31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31" name="Freeform 22">
            <a:extLst>
              <a:ext uri="{FF2B5EF4-FFF2-40B4-BE49-F238E27FC236}">
                <a16:creationId xmlns:a16="http://schemas.microsoft.com/office/drawing/2014/main" id="{F477CC6F-976A-4A78-B837-48CD420A48C8}"/>
              </a:ext>
            </a:extLst>
          </p:cNvPr>
          <p:cNvSpPr>
            <a:spLocks/>
          </p:cNvSpPr>
          <p:nvPr/>
        </p:nvSpPr>
        <p:spPr bwMode="auto">
          <a:xfrm>
            <a:off x="2205849" y="3416848"/>
            <a:ext cx="70541" cy="32064"/>
          </a:xfrm>
          <a:custGeom>
            <a:avLst/>
            <a:gdLst>
              <a:gd name="T0" fmla="*/ 63 w 66"/>
              <a:gd name="T1" fmla="*/ 30 h 30"/>
              <a:gd name="T2" fmla="*/ 66 w 66"/>
              <a:gd name="T3" fmla="*/ 0 h 30"/>
              <a:gd name="T4" fmla="*/ 0 w 66"/>
              <a:gd name="T5" fmla="*/ 0 h 30"/>
              <a:gd name="T6" fmla="*/ 3 w 66"/>
              <a:gd name="T7" fmla="*/ 30 h 30"/>
              <a:gd name="T8" fmla="*/ 63 w 66"/>
              <a:gd name="T9" fmla="*/ 3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" h="30">
                <a:moveTo>
                  <a:pt x="63" y="30"/>
                </a:moveTo>
                <a:lnTo>
                  <a:pt x="66" y="0"/>
                </a:lnTo>
                <a:lnTo>
                  <a:pt x="0" y="0"/>
                </a:lnTo>
                <a:lnTo>
                  <a:pt x="3" y="30"/>
                </a:lnTo>
                <a:lnTo>
                  <a:pt x="63" y="30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32" name="Freeform 23">
            <a:extLst>
              <a:ext uri="{FF2B5EF4-FFF2-40B4-BE49-F238E27FC236}">
                <a16:creationId xmlns:a16="http://schemas.microsoft.com/office/drawing/2014/main" id="{955C4376-46AA-45CF-A1B4-ADA99EC5C905}"/>
              </a:ext>
            </a:extLst>
          </p:cNvPr>
          <p:cNvSpPr>
            <a:spLocks/>
          </p:cNvSpPr>
          <p:nvPr/>
        </p:nvSpPr>
        <p:spPr bwMode="auto">
          <a:xfrm>
            <a:off x="2284941" y="3354857"/>
            <a:ext cx="76954" cy="52371"/>
          </a:xfrm>
          <a:custGeom>
            <a:avLst/>
            <a:gdLst>
              <a:gd name="T0" fmla="*/ 72 w 72"/>
              <a:gd name="T1" fmla="*/ 0 h 49"/>
              <a:gd name="T2" fmla="*/ 4 w 72"/>
              <a:gd name="T3" fmla="*/ 0 h 49"/>
              <a:gd name="T4" fmla="*/ 0 w 72"/>
              <a:gd name="T5" fmla="*/ 49 h 49"/>
              <a:gd name="T6" fmla="*/ 61 w 72"/>
              <a:gd name="T7" fmla="*/ 49 h 49"/>
              <a:gd name="T8" fmla="*/ 72 w 72"/>
              <a:gd name="T9" fmla="*/ 0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" h="49">
                <a:moveTo>
                  <a:pt x="72" y="0"/>
                </a:moveTo>
                <a:lnTo>
                  <a:pt x="4" y="0"/>
                </a:lnTo>
                <a:lnTo>
                  <a:pt x="0" y="49"/>
                </a:lnTo>
                <a:lnTo>
                  <a:pt x="61" y="49"/>
                </a:lnTo>
                <a:lnTo>
                  <a:pt x="72" y="0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33" name="Freeform 24">
            <a:extLst>
              <a:ext uri="{FF2B5EF4-FFF2-40B4-BE49-F238E27FC236}">
                <a16:creationId xmlns:a16="http://schemas.microsoft.com/office/drawing/2014/main" id="{A4E5C4CF-51FD-4C0A-990C-F7A6AB6085D2}"/>
              </a:ext>
            </a:extLst>
          </p:cNvPr>
          <p:cNvSpPr>
            <a:spLocks/>
          </p:cNvSpPr>
          <p:nvPr/>
        </p:nvSpPr>
        <p:spPr bwMode="auto">
          <a:xfrm>
            <a:off x="2282804" y="3416848"/>
            <a:ext cx="64128" cy="32064"/>
          </a:xfrm>
          <a:custGeom>
            <a:avLst/>
            <a:gdLst>
              <a:gd name="T0" fmla="*/ 60 w 60"/>
              <a:gd name="T1" fmla="*/ 0 h 30"/>
              <a:gd name="T2" fmla="*/ 2 w 60"/>
              <a:gd name="T3" fmla="*/ 0 h 30"/>
              <a:gd name="T4" fmla="*/ 0 w 60"/>
              <a:gd name="T5" fmla="*/ 30 h 30"/>
              <a:gd name="T6" fmla="*/ 53 w 60"/>
              <a:gd name="T7" fmla="*/ 30 h 30"/>
              <a:gd name="T8" fmla="*/ 60 w 60"/>
              <a:gd name="T9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0" h="30">
                <a:moveTo>
                  <a:pt x="60" y="0"/>
                </a:moveTo>
                <a:lnTo>
                  <a:pt x="2" y="0"/>
                </a:lnTo>
                <a:lnTo>
                  <a:pt x="0" y="30"/>
                </a:lnTo>
                <a:lnTo>
                  <a:pt x="53" y="30"/>
                </a:lnTo>
                <a:lnTo>
                  <a:pt x="60" y="0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34" name="Freeform 25">
            <a:extLst>
              <a:ext uri="{FF2B5EF4-FFF2-40B4-BE49-F238E27FC236}">
                <a16:creationId xmlns:a16="http://schemas.microsoft.com/office/drawing/2014/main" id="{ED1AAC5F-11B5-4ADF-8FC5-79A359190143}"/>
              </a:ext>
            </a:extLst>
          </p:cNvPr>
          <p:cNvSpPr>
            <a:spLocks/>
          </p:cNvSpPr>
          <p:nvPr/>
        </p:nvSpPr>
        <p:spPr bwMode="auto">
          <a:xfrm>
            <a:off x="2200506" y="3354857"/>
            <a:ext cx="79092" cy="52371"/>
          </a:xfrm>
          <a:custGeom>
            <a:avLst/>
            <a:gdLst>
              <a:gd name="T0" fmla="*/ 74 w 74"/>
              <a:gd name="T1" fmla="*/ 0 h 49"/>
              <a:gd name="T2" fmla="*/ 0 w 74"/>
              <a:gd name="T3" fmla="*/ 0 h 49"/>
              <a:gd name="T4" fmla="*/ 4 w 74"/>
              <a:gd name="T5" fmla="*/ 49 h 49"/>
              <a:gd name="T6" fmla="*/ 71 w 74"/>
              <a:gd name="T7" fmla="*/ 49 h 49"/>
              <a:gd name="T8" fmla="*/ 74 w 74"/>
              <a:gd name="T9" fmla="*/ 0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" h="49">
                <a:moveTo>
                  <a:pt x="74" y="0"/>
                </a:moveTo>
                <a:lnTo>
                  <a:pt x="0" y="0"/>
                </a:lnTo>
                <a:lnTo>
                  <a:pt x="4" y="49"/>
                </a:lnTo>
                <a:lnTo>
                  <a:pt x="71" y="49"/>
                </a:lnTo>
                <a:lnTo>
                  <a:pt x="74" y="0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35" name="Oval 26">
            <a:extLst>
              <a:ext uri="{FF2B5EF4-FFF2-40B4-BE49-F238E27FC236}">
                <a16:creationId xmlns:a16="http://schemas.microsoft.com/office/drawing/2014/main" id="{35ACACEF-4D32-45F7-876B-13E4C21ED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5996" y="3456394"/>
            <a:ext cx="51303" cy="52371"/>
          </a:xfrm>
          <a:prstGeom prst="ellipse">
            <a:avLst/>
          </a:pr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36" name="Oval 27">
            <a:extLst>
              <a:ext uri="{FF2B5EF4-FFF2-40B4-BE49-F238E27FC236}">
                <a16:creationId xmlns:a16="http://schemas.microsoft.com/office/drawing/2014/main" id="{A6DE965D-0A9C-4FE5-9876-D5BD7CE6E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2804" y="3456394"/>
            <a:ext cx="52371" cy="52371"/>
          </a:xfrm>
          <a:prstGeom prst="ellipse">
            <a:avLst/>
          </a:pr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37" name="Freeform 28">
            <a:extLst>
              <a:ext uri="{FF2B5EF4-FFF2-40B4-BE49-F238E27FC236}">
                <a16:creationId xmlns:a16="http://schemas.microsoft.com/office/drawing/2014/main" id="{DCFC2669-63E3-48E5-B69A-BAEF2450CD09}"/>
              </a:ext>
            </a:extLst>
          </p:cNvPr>
          <p:cNvSpPr>
            <a:spLocks/>
          </p:cNvSpPr>
          <p:nvPr/>
        </p:nvSpPr>
        <p:spPr bwMode="auto">
          <a:xfrm>
            <a:off x="2107519" y="3165677"/>
            <a:ext cx="180628" cy="121844"/>
          </a:xfrm>
          <a:custGeom>
            <a:avLst/>
            <a:gdLst>
              <a:gd name="T0" fmla="*/ 55 w 132"/>
              <a:gd name="T1" fmla="*/ 79 h 89"/>
              <a:gd name="T2" fmla="*/ 56 w 132"/>
              <a:gd name="T3" fmla="*/ 65 h 89"/>
              <a:gd name="T4" fmla="*/ 132 w 132"/>
              <a:gd name="T5" fmla="*/ 89 h 89"/>
              <a:gd name="T6" fmla="*/ 62 w 132"/>
              <a:gd name="T7" fmla="*/ 14 h 89"/>
              <a:gd name="T8" fmla="*/ 64 w 132"/>
              <a:gd name="T9" fmla="*/ 0 h 89"/>
              <a:gd name="T10" fmla="*/ 0 w 132"/>
              <a:gd name="T11" fmla="*/ 32 h 89"/>
              <a:gd name="T12" fmla="*/ 55 w 132"/>
              <a:gd name="T13" fmla="*/ 79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2" h="89">
                <a:moveTo>
                  <a:pt x="55" y="79"/>
                </a:moveTo>
                <a:cubicBezTo>
                  <a:pt x="56" y="65"/>
                  <a:pt x="56" y="65"/>
                  <a:pt x="56" y="65"/>
                </a:cubicBezTo>
                <a:cubicBezTo>
                  <a:pt x="112" y="71"/>
                  <a:pt x="132" y="89"/>
                  <a:pt x="132" y="89"/>
                </a:cubicBezTo>
                <a:cubicBezTo>
                  <a:pt x="132" y="89"/>
                  <a:pt x="131" y="21"/>
                  <a:pt x="62" y="14"/>
                </a:cubicBezTo>
                <a:cubicBezTo>
                  <a:pt x="64" y="0"/>
                  <a:pt x="64" y="0"/>
                  <a:pt x="64" y="0"/>
                </a:cubicBezTo>
                <a:cubicBezTo>
                  <a:pt x="0" y="32"/>
                  <a:pt x="0" y="32"/>
                  <a:pt x="0" y="32"/>
                </a:cubicBezTo>
                <a:lnTo>
                  <a:pt x="55" y="79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38" name="Oval 40">
            <a:extLst>
              <a:ext uri="{FF2B5EF4-FFF2-40B4-BE49-F238E27FC236}">
                <a16:creationId xmlns:a16="http://schemas.microsoft.com/office/drawing/2014/main" id="{B16EA8D3-48EC-447D-AB5D-89FA87E366B9}"/>
              </a:ext>
            </a:extLst>
          </p:cNvPr>
          <p:cNvSpPr/>
          <p:nvPr/>
        </p:nvSpPr>
        <p:spPr>
          <a:xfrm>
            <a:off x="9317152" y="2755073"/>
            <a:ext cx="1164297" cy="1164297"/>
          </a:xfrm>
          <a:prstGeom prst="ellipse">
            <a:avLst/>
          </a:prstGeom>
          <a:noFill/>
          <a:ln w="25400" cap="flat" cmpd="sng" algn="ctr">
            <a:solidFill>
              <a:srgbClr val="F2BB6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39" name="Isosceles Triangle 41">
            <a:extLst>
              <a:ext uri="{FF2B5EF4-FFF2-40B4-BE49-F238E27FC236}">
                <a16:creationId xmlns:a16="http://schemas.microsoft.com/office/drawing/2014/main" id="{E1A2A614-7C16-4C2E-8905-B06BA34C185F}"/>
              </a:ext>
            </a:extLst>
          </p:cNvPr>
          <p:cNvSpPr/>
          <p:nvPr/>
        </p:nvSpPr>
        <p:spPr>
          <a:xfrm rot="10800000">
            <a:off x="9290126" y="2977886"/>
            <a:ext cx="1218348" cy="1050300"/>
          </a:xfrm>
          <a:prstGeom prst="triangle">
            <a:avLst/>
          </a:prstGeom>
          <a:solidFill>
            <a:srgbClr val="F2BB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40" name="TextBox 53">
            <a:extLst>
              <a:ext uri="{FF2B5EF4-FFF2-40B4-BE49-F238E27FC236}">
                <a16:creationId xmlns:a16="http://schemas.microsoft.com/office/drawing/2014/main" id="{03AF14B5-6084-45DF-AAE6-56D355F08788}"/>
              </a:ext>
            </a:extLst>
          </p:cNvPr>
          <p:cNvSpPr txBox="1"/>
          <p:nvPr/>
        </p:nvSpPr>
        <p:spPr>
          <a:xfrm>
            <a:off x="9572930" y="420744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tr-TR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MUSİC</a:t>
            </a:r>
          </a:p>
        </p:txBody>
      </p:sp>
      <p:sp>
        <p:nvSpPr>
          <p:cNvPr id="142" name="Freeform 43">
            <a:extLst>
              <a:ext uri="{FF2B5EF4-FFF2-40B4-BE49-F238E27FC236}">
                <a16:creationId xmlns:a16="http://schemas.microsoft.com/office/drawing/2014/main" id="{D0BFBA50-FF95-457F-9FB7-7F614AF33EC4}"/>
              </a:ext>
            </a:extLst>
          </p:cNvPr>
          <p:cNvSpPr>
            <a:spLocks/>
          </p:cNvSpPr>
          <p:nvPr/>
        </p:nvSpPr>
        <p:spPr bwMode="auto">
          <a:xfrm>
            <a:off x="9893726" y="3397954"/>
            <a:ext cx="25190" cy="86656"/>
          </a:xfrm>
          <a:custGeom>
            <a:avLst/>
            <a:gdLst>
              <a:gd name="T0" fmla="*/ 18 w 18"/>
              <a:gd name="T1" fmla="*/ 61 h 61"/>
              <a:gd name="T2" fmla="*/ 18 w 18"/>
              <a:gd name="T3" fmla="*/ 0 h 61"/>
              <a:gd name="T4" fmla="*/ 9 w 18"/>
              <a:gd name="T5" fmla="*/ 0 h 61"/>
              <a:gd name="T6" fmla="*/ 0 w 18"/>
              <a:gd name="T7" fmla="*/ 0 h 61"/>
              <a:gd name="T8" fmla="*/ 0 w 18"/>
              <a:gd name="T9" fmla="*/ 61 h 61"/>
              <a:gd name="T10" fmla="*/ 9 w 18"/>
              <a:gd name="T11" fmla="*/ 60 h 61"/>
              <a:gd name="T12" fmla="*/ 18 w 18"/>
              <a:gd name="T13" fmla="*/ 61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" h="61">
                <a:moveTo>
                  <a:pt x="18" y="61"/>
                </a:move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0"/>
                  <a:pt x="9" y="0"/>
                </a:cubicBezTo>
                <a:cubicBezTo>
                  <a:pt x="6" y="0"/>
                  <a:pt x="3" y="0"/>
                  <a:pt x="0" y="0"/>
                </a:cubicBezTo>
                <a:cubicBezTo>
                  <a:pt x="0" y="61"/>
                  <a:pt x="0" y="61"/>
                  <a:pt x="0" y="61"/>
                </a:cubicBezTo>
                <a:cubicBezTo>
                  <a:pt x="3" y="60"/>
                  <a:pt x="6" y="60"/>
                  <a:pt x="9" y="60"/>
                </a:cubicBezTo>
                <a:cubicBezTo>
                  <a:pt x="12" y="60"/>
                  <a:pt x="15" y="60"/>
                  <a:pt x="18" y="61"/>
                </a:cubicBez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43" name="Freeform 44">
            <a:extLst>
              <a:ext uri="{FF2B5EF4-FFF2-40B4-BE49-F238E27FC236}">
                <a16:creationId xmlns:a16="http://schemas.microsoft.com/office/drawing/2014/main" id="{523A0FB5-901C-4BB8-8823-88B77ED998C6}"/>
              </a:ext>
            </a:extLst>
          </p:cNvPr>
          <p:cNvSpPr>
            <a:spLocks/>
          </p:cNvSpPr>
          <p:nvPr/>
        </p:nvSpPr>
        <p:spPr bwMode="auto">
          <a:xfrm>
            <a:off x="9781879" y="3202474"/>
            <a:ext cx="248884" cy="186412"/>
          </a:xfrm>
          <a:custGeom>
            <a:avLst/>
            <a:gdLst>
              <a:gd name="T0" fmla="*/ 175 w 175"/>
              <a:gd name="T1" fmla="*/ 43 h 131"/>
              <a:gd name="T2" fmla="*/ 163 w 175"/>
              <a:gd name="T3" fmla="*/ 0 h 131"/>
              <a:gd name="T4" fmla="*/ 125 w 175"/>
              <a:gd name="T5" fmla="*/ 21 h 131"/>
              <a:gd name="T6" fmla="*/ 87 w 175"/>
              <a:gd name="T7" fmla="*/ 0 h 131"/>
              <a:gd name="T8" fmla="*/ 49 w 175"/>
              <a:gd name="T9" fmla="*/ 21 h 131"/>
              <a:gd name="T10" fmla="*/ 11 w 175"/>
              <a:gd name="T11" fmla="*/ 0 h 131"/>
              <a:gd name="T12" fmla="*/ 0 w 175"/>
              <a:gd name="T13" fmla="*/ 43 h 131"/>
              <a:gd name="T14" fmla="*/ 78 w 175"/>
              <a:gd name="T15" fmla="*/ 131 h 131"/>
              <a:gd name="T16" fmla="*/ 87 w 175"/>
              <a:gd name="T17" fmla="*/ 131 h 131"/>
              <a:gd name="T18" fmla="*/ 96 w 175"/>
              <a:gd name="T19" fmla="*/ 131 h 131"/>
              <a:gd name="T20" fmla="*/ 175 w 175"/>
              <a:gd name="T21" fmla="*/ 43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5" h="131">
                <a:moveTo>
                  <a:pt x="175" y="43"/>
                </a:moveTo>
                <a:cubicBezTo>
                  <a:pt x="175" y="27"/>
                  <a:pt x="171" y="13"/>
                  <a:pt x="163" y="0"/>
                </a:cubicBezTo>
                <a:cubicBezTo>
                  <a:pt x="125" y="21"/>
                  <a:pt x="125" y="21"/>
                  <a:pt x="125" y="21"/>
                </a:cubicBezTo>
                <a:cubicBezTo>
                  <a:pt x="87" y="0"/>
                  <a:pt x="87" y="0"/>
                  <a:pt x="87" y="0"/>
                </a:cubicBezTo>
                <a:cubicBezTo>
                  <a:pt x="49" y="21"/>
                  <a:pt x="49" y="21"/>
                  <a:pt x="49" y="21"/>
                </a:cubicBezTo>
                <a:cubicBezTo>
                  <a:pt x="11" y="0"/>
                  <a:pt x="11" y="0"/>
                  <a:pt x="11" y="0"/>
                </a:cubicBezTo>
                <a:cubicBezTo>
                  <a:pt x="4" y="13"/>
                  <a:pt x="0" y="27"/>
                  <a:pt x="0" y="43"/>
                </a:cubicBezTo>
                <a:cubicBezTo>
                  <a:pt x="0" y="89"/>
                  <a:pt x="34" y="126"/>
                  <a:pt x="78" y="131"/>
                </a:cubicBezTo>
                <a:cubicBezTo>
                  <a:pt x="81" y="131"/>
                  <a:pt x="84" y="131"/>
                  <a:pt x="87" y="131"/>
                </a:cubicBezTo>
                <a:cubicBezTo>
                  <a:pt x="90" y="131"/>
                  <a:pt x="93" y="131"/>
                  <a:pt x="96" y="131"/>
                </a:cubicBezTo>
                <a:cubicBezTo>
                  <a:pt x="140" y="126"/>
                  <a:pt x="175" y="89"/>
                  <a:pt x="175" y="43"/>
                </a:cubicBez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44" name="Freeform 45">
            <a:extLst>
              <a:ext uri="{FF2B5EF4-FFF2-40B4-BE49-F238E27FC236}">
                <a16:creationId xmlns:a16="http://schemas.microsoft.com/office/drawing/2014/main" id="{E3F9D0BD-8804-4F30-B5B7-216ED9B67856}"/>
              </a:ext>
            </a:extLst>
          </p:cNvPr>
          <p:cNvSpPr>
            <a:spLocks/>
          </p:cNvSpPr>
          <p:nvPr/>
        </p:nvSpPr>
        <p:spPr bwMode="auto">
          <a:xfrm>
            <a:off x="9833268" y="3399970"/>
            <a:ext cx="52397" cy="53405"/>
          </a:xfrm>
          <a:custGeom>
            <a:avLst/>
            <a:gdLst>
              <a:gd name="T0" fmla="*/ 35 w 37"/>
              <a:gd name="T1" fmla="*/ 35 h 37"/>
              <a:gd name="T2" fmla="*/ 27 w 37"/>
              <a:gd name="T3" fmla="*/ 10 h 37"/>
              <a:gd name="T4" fmla="*/ 2 w 37"/>
              <a:gd name="T5" fmla="*/ 2 h 37"/>
              <a:gd name="T6" fmla="*/ 10 w 37"/>
              <a:gd name="T7" fmla="*/ 27 h 37"/>
              <a:gd name="T8" fmla="*/ 35 w 37"/>
              <a:gd name="T9" fmla="*/ 35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" h="37">
                <a:moveTo>
                  <a:pt x="35" y="35"/>
                </a:moveTo>
                <a:cubicBezTo>
                  <a:pt x="37" y="26"/>
                  <a:pt x="34" y="16"/>
                  <a:pt x="27" y="10"/>
                </a:cubicBezTo>
                <a:cubicBezTo>
                  <a:pt x="20" y="3"/>
                  <a:pt x="11" y="0"/>
                  <a:pt x="2" y="2"/>
                </a:cubicBezTo>
                <a:cubicBezTo>
                  <a:pt x="0" y="11"/>
                  <a:pt x="3" y="20"/>
                  <a:pt x="10" y="27"/>
                </a:cubicBezTo>
                <a:cubicBezTo>
                  <a:pt x="17" y="34"/>
                  <a:pt x="26" y="37"/>
                  <a:pt x="35" y="35"/>
                </a:cubicBez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45" name="Freeform 46">
            <a:extLst>
              <a:ext uri="{FF2B5EF4-FFF2-40B4-BE49-F238E27FC236}">
                <a16:creationId xmlns:a16="http://schemas.microsoft.com/office/drawing/2014/main" id="{6A89AB3A-9A0D-42A0-9795-BB088590DB60}"/>
              </a:ext>
            </a:extLst>
          </p:cNvPr>
          <p:cNvSpPr>
            <a:spLocks/>
          </p:cNvSpPr>
          <p:nvPr/>
        </p:nvSpPr>
        <p:spPr bwMode="auto">
          <a:xfrm>
            <a:off x="9925970" y="3399970"/>
            <a:ext cx="52397" cy="53405"/>
          </a:xfrm>
          <a:custGeom>
            <a:avLst/>
            <a:gdLst>
              <a:gd name="T0" fmla="*/ 27 w 37"/>
              <a:gd name="T1" fmla="*/ 27 h 37"/>
              <a:gd name="T2" fmla="*/ 35 w 37"/>
              <a:gd name="T3" fmla="*/ 2 h 37"/>
              <a:gd name="T4" fmla="*/ 10 w 37"/>
              <a:gd name="T5" fmla="*/ 10 h 37"/>
              <a:gd name="T6" fmla="*/ 2 w 37"/>
              <a:gd name="T7" fmla="*/ 35 h 37"/>
              <a:gd name="T8" fmla="*/ 27 w 37"/>
              <a:gd name="T9" fmla="*/ 27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" h="37">
                <a:moveTo>
                  <a:pt x="27" y="27"/>
                </a:moveTo>
                <a:cubicBezTo>
                  <a:pt x="34" y="20"/>
                  <a:pt x="37" y="11"/>
                  <a:pt x="35" y="2"/>
                </a:cubicBezTo>
                <a:cubicBezTo>
                  <a:pt x="26" y="0"/>
                  <a:pt x="17" y="3"/>
                  <a:pt x="10" y="10"/>
                </a:cubicBezTo>
                <a:cubicBezTo>
                  <a:pt x="3" y="16"/>
                  <a:pt x="0" y="26"/>
                  <a:pt x="2" y="35"/>
                </a:cubicBezTo>
                <a:cubicBezTo>
                  <a:pt x="11" y="37"/>
                  <a:pt x="21" y="34"/>
                  <a:pt x="27" y="27"/>
                </a:cubicBez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46" name="Freeform 47">
            <a:extLst>
              <a:ext uri="{FF2B5EF4-FFF2-40B4-BE49-F238E27FC236}">
                <a16:creationId xmlns:a16="http://schemas.microsoft.com/office/drawing/2014/main" id="{8F0A43AC-733F-4410-BFB5-9462192FCCB6}"/>
              </a:ext>
            </a:extLst>
          </p:cNvPr>
          <p:cNvSpPr>
            <a:spLocks/>
          </p:cNvSpPr>
          <p:nvPr/>
        </p:nvSpPr>
        <p:spPr bwMode="auto">
          <a:xfrm>
            <a:off x="9833268" y="3491664"/>
            <a:ext cx="147114" cy="42321"/>
          </a:xfrm>
          <a:custGeom>
            <a:avLst/>
            <a:gdLst>
              <a:gd name="T0" fmla="*/ 60 w 103"/>
              <a:gd name="T1" fmla="*/ 1 h 30"/>
              <a:gd name="T2" fmla="*/ 51 w 103"/>
              <a:gd name="T3" fmla="*/ 0 h 30"/>
              <a:gd name="T4" fmla="*/ 42 w 103"/>
              <a:gd name="T5" fmla="*/ 1 h 30"/>
              <a:gd name="T6" fmla="*/ 0 w 103"/>
              <a:gd name="T7" fmla="*/ 30 h 30"/>
              <a:gd name="T8" fmla="*/ 103 w 103"/>
              <a:gd name="T9" fmla="*/ 30 h 30"/>
              <a:gd name="T10" fmla="*/ 60 w 103"/>
              <a:gd name="T11" fmla="*/ 1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3" h="30">
                <a:moveTo>
                  <a:pt x="60" y="1"/>
                </a:moveTo>
                <a:cubicBezTo>
                  <a:pt x="57" y="1"/>
                  <a:pt x="54" y="0"/>
                  <a:pt x="51" y="0"/>
                </a:cubicBezTo>
                <a:cubicBezTo>
                  <a:pt x="48" y="0"/>
                  <a:pt x="45" y="1"/>
                  <a:pt x="42" y="1"/>
                </a:cubicBezTo>
                <a:cubicBezTo>
                  <a:pt x="18" y="3"/>
                  <a:pt x="0" y="15"/>
                  <a:pt x="0" y="30"/>
                </a:cubicBezTo>
                <a:cubicBezTo>
                  <a:pt x="103" y="30"/>
                  <a:pt x="103" y="30"/>
                  <a:pt x="103" y="30"/>
                </a:cubicBezTo>
                <a:cubicBezTo>
                  <a:pt x="103" y="15"/>
                  <a:pt x="84" y="3"/>
                  <a:pt x="60" y="1"/>
                </a:cubicBez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47" name="Oval 38">
            <a:extLst>
              <a:ext uri="{FF2B5EF4-FFF2-40B4-BE49-F238E27FC236}">
                <a16:creationId xmlns:a16="http://schemas.microsoft.com/office/drawing/2014/main" id="{1D092248-566D-4DC8-AC00-B0C3B1F7474C}"/>
              </a:ext>
            </a:extLst>
          </p:cNvPr>
          <p:cNvSpPr/>
          <p:nvPr/>
        </p:nvSpPr>
        <p:spPr>
          <a:xfrm>
            <a:off x="3612203" y="2755073"/>
            <a:ext cx="1164297" cy="1164297"/>
          </a:xfrm>
          <a:prstGeom prst="ellipse">
            <a:avLst/>
          </a:prstGeom>
          <a:noFill/>
          <a:ln w="25400" cap="flat" cmpd="sng" algn="ctr">
            <a:solidFill>
              <a:srgbClr val="F2BB6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48" name="Isosceles Triangle 39">
            <a:extLst>
              <a:ext uri="{FF2B5EF4-FFF2-40B4-BE49-F238E27FC236}">
                <a16:creationId xmlns:a16="http://schemas.microsoft.com/office/drawing/2014/main" id="{341441E4-00DD-4E23-A000-FE9C3A22E619}"/>
              </a:ext>
            </a:extLst>
          </p:cNvPr>
          <p:cNvSpPr/>
          <p:nvPr/>
        </p:nvSpPr>
        <p:spPr>
          <a:xfrm rot="10800000">
            <a:off x="3585177" y="2977886"/>
            <a:ext cx="1218348" cy="1050300"/>
          </a:xfrm>
          <a:prstGeom prst="triangle">
            <a:avLst/>
          </a:prstGeom>
          <a:solidFill>
            <a:srgbClr val="F2BB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49" name="TextBox 50">
            <a:extLst>
              <a:ext uri="{FF2B5EF4-FFF2-40B4-BE49-F238E27FC236}">
                <a16:creationId xmlns:a16="http://schemas.microsoft.com/office/drawing/2014/main" id="{801BE1DE-5338-4F2C-BE79-C3DC2AA718CC}"/>
              </a:ext>
            </a:extLst>
          </p:cNvPr>
          <p:cNvSpPr txBox="1"/>
          <p:nvPr/>
        </p:nvSpPr>
        <p:spPr>
          <a:xfrm>
            <a:off x="3666804" y="4207449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tr-TR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RAİN PROOF</a:t>
            </a:r>
          </a:p>
        </p:txBody>
      </p:sp>
      <p:sp>
        <p:nvSpPr>
          <p:cNvPr id="150" name="Shape 4425">
            <a:extLst>
              <a:ext uri="{FF2B5EF4-FFF2-40B4-BE49-F238E27FC236}">
                <a16:creationId xmlns:a16="http://schemas.microsoft.com/office/drawing/2014/main" id="{E9B70D51-ED26-43B1-9DF1-21F25D3CA928}"/>
              </a:ext>
            </a:extLst>
          </p:cNvPr>
          <p:cNvSpPr/>
          <p:nvPr/>
        </p:nvSpPr>
        <p:spPr>
          <a:xfrm>
            <a:off x="3987697" y="3202474"/>
            <a:ext cx="407081" cy="3093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4" h="21471" extrusionOk="0">
                <a:moveTo>
                  <a:pt x="18030" y="19454"/>
                </a:moveTo>
                <a:cubicBezTo>
                  <a:pt x="17963" y="19996"/>
                  <a:pt x="19394" y="20889"/>
                  <a:pt x="19531" y="19301"/>
                </a:cubicBezTo>
                <a:cubicBezTo>
                  <a:pt x="20145" y="12136"/>
                  <a:pt x="19088" y="10075"/>
                  <a:pt x="19088" y="10075"/>
                </a:cubicBezTo>
                <a:lnTo>
                  <a:pt x="17606" y="11177"/>
                </a:lnTo>
                <a:cubicBezTo>
                  <a:pt x="17606" y="11177"/>
                  <a:pt x="18863" y="12767"/>
                  <a:pt x="18030" y="19454"/>
                </a:cubicBezTo>
                <a:close/>
                <a:moveTo>
                  <a:pt x="20733" y="6972"/>
                </a:moveTo>
                <a:lnTo>
                  <a:pt x="11887" y="388"/>
                </a:lnTo>
                <a:cubicBezTo>
                  <a:pt x="11194" y="-129"/>
                  <a:pt x="10060" y="-129"/>
                  <a:pt x="9367" y="388"/>
                </a:cubicBezTo>
                <a:lnTo>
                  <a:pt x="519" y="6972"/>
                </a:lnTo>
                <a:cubicBezTo>
                  <a:pt x="-173" y="7489"/>
                  <a:pt x="-173" y="8333"/>
                  <a:pt x="519" y="8848"/>
                </a:cubicBezTo>
                <a:lnTo>
                  <a:pt x="9367" y="15434"/>
                </a:lnTo>
                <a:cubicBezTo>
                  <a:pt x="10060" y="15950"/>
                  <a:pt x="11194" y="15950"/>
                  <a:pt x="11887" y="15434"/>
                </a:cubicBezTo>
                <a:lnTo>
                  <a:pt x="17606" y="11177"/>
                </a:lnTo>
                <a:lnTo>
                  <a:pt x="11405" y="9246"/>
                </a:lnTo>
                <a:cubicBezTo>
                  <a:pt x="11166" y="9325"/>
                  <a:pt x="10902" y="9369"/>
                  <a:pt x="10627" y="9369"/>
                </a:cubicBezTo>
                <a:cubicBezTo>
                  <a:pt x="9510" y="9369"/>
                  <a:pt x="8604" y="8653"/>
                  <a:pt x="8604" y="7770"/>
                </a:cubicBezTo>
                <a:cubicBezTo>
                  <a:pt x="8604" y="6886"/>
                  <a:pt x="9510" y="6170"/>
                  <a:pt x="10627" y="6170"/>
                </a:cubicBezTo>
                <a:cubicBezTo>
                  <a:pt x="11495" y="6170"/>
                  <a:pt x="12232" y="6603"/>
                  <a:pt x="12520" y="7209"/>
                </a:cubicBezTo>
                <a:lnTo>
                  <a:pt x="19088" y="10075"/>
                </a:lnTo>
                <a:lnTo>
                  <a:pt x="20733" y="8848"/>
                </a:lnTo>
                <a:cubicBezTo>
                  <a:pt x="21427" y="8333"/>
                  <a:pt x="21427" y="7489"/>
                  <a:pt x="20733" y="6972"/>
                </a:cubicBezTo>
                <a:close/>
                <a:moveTo>
                  <a:pt x="3508" y="13898"/>
                </a:moveTo>
                <a:cubicBezTo>
                  <a:pt x="4002" y="16554"/>
                  <a:pt x="4628" y="17714"/>
                  <a:pt x="6720" y="18930"/>
                </a:cubicBezTo>
                <a:cubicBezTo>
                  <a:pt x="8812" y="20144"/>
                  <a:pt x="9807" y="21471"/>
                  <a:pt x="10627" y="21471"/>
                </a:cubicBezTo>
                <a:cubicBezTo>
                  <a:pt x="11447" y="21471"/>
                  <a:pt x="12378" y="20309"/>
                  <a:pt x="14470" y="19093"/>
                </a:cubicBezTo>
                <a:cubicBezTo>
                  <a:pt x="16562" y="17877"/>
                  <a:pt x="16004" y="17508"/>
                  <a:pt x="16497" y="14853"/>
                </a:cubicBezTo>
                <a:lnTo>
                  <a:pt x="10627" y="18646"/>
                </a:lnTo>
                <a:cubicBezTo>
                  <a:pt x="10627" y="18646"/>
                  <a:pt x="3508" y="13898"/>
                  <a:pt x="3508" y="13898"/>
                </a:cubicBezTo>
                <a:close/>
              </a:path>
            </a:pathLst>
          </a:custGeom>
          <a:solidFill>
            <a:srgbClr val="1C1C1E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inkin Sans 400 Regular"/>
                <a:ea typeface="Sinkin Sans 400 Regular"/>
                <a:cs typeface="Sinkin Sans 400 Regular"/>
                <a:sym typeface="Sinkin Sans 400 Regular"/>
              </a:defRPr>
            </a:pPr>
            <a:endParaRPr sz="3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Agency FB" panose="020B0503020202020204" pitchFamily="34" charset="0"/>
              <a:ea typeface="Sinkin Sans 400 Regular"/>
              <a:cs typeface="Sinkin Sans 400 Regular"/>
              <a:sym typeface="Sinkin Sans 400 Regular"/>
            </a:endParaRPr>
          </a:p>
        </p:txBody>
      </p:sp>
      <p:sp>
        <p:nvSpPr>
          <p:cNvPr id="151" name="Oval 29">
            <a:extLst>
              <a:ext uri="{FF2B5EF4-FFF2-40B4-BE49-F238E27FC236}">
                <a16:creationId xmlns:a16="http://schemas.microsoft.com/office/drawing/2014/main" id="{94854368-94F1-4602-A72E-25AEBD602361}"/>
              </a:ext>
            </a:extLst>
          </p:cNvPr>
          <p:cNvSpPr/>
          <p:nvPr/>
        </p:nvSpPr>
        <p:spPr>
          <a:xfrm>
            <a:off x="7415503" y="2755073"/>
            <a:ext cx="1164297" cy="1164297"/>
          </a:xfrm>
          <a:prstGeom prst="ellipse">
            <a:avLst/>
          </a:prstGeom>
          <a:noFill/>
          <a:ln w="25400" cap="flat" cmpd="sng" algn="ctr">
            <a:solidFill>
              <a:srgbClr val="F2BB6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52" name="Isosceles Triangle 30">
            <a:extLst>
              <a:ext uri="{FF2B5EF4-FFF2-40B4-BE49-F238E27FC236}">
                <a16:creationId xmlns:a16="http://schemas.microsoft.com/office/drawing/2014/main" id="{2A113B8B-EB8D-4C20-A195-EC8999E776EA}"/>
              </a:ext>
            </a:extLst>
          </p:cNvPr>
          <p:cNvSpPr/>
          <p:nvPr/>
        </p:nvSpPr>
        <p:spPr>
          <a:xfrm rot="10800000">
            <a:off x="7388477" y="2977886"/>
            <a:ext cx="1218348" cy="1050300"/>
          </a:xfrm>
          <a:prstGeom prst="triangle">
            <a:avLst/>
          </a:prstGeom>
          <a:solidFill>
            <a:srgbClr val="F2BB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53" name="TextBox 52">
            <a:extLst>
              <a:ext uri="{FF2B5EF4-FFF2-40B4-BE49-F238E27FC236}">
                <a16:creationId xmlns:a16="http://schemas.microsoft.com/office/drawing/2014/main" id="{3C13B693-55EE-41CD-B510-4173F308DD2A}"/>
              </a:ext>
            </a:extLst>
          </p:cNvPr>
          <p:cNvSpPr txBox="1"/>
          <p:nvPr/>
        </p:nvSpPr>
        <p:spPr>
          <a:xfrm>
            <a:off x="7718670" y="4207449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tr-TR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LOOP</a:t>
            </a:r>
          </a:p>
        </p:txBody>
      </p:sp>
      <p:sp>
        <p:nvSpPr>
          <p:cNvPr id="155" name="Freeform 136">
            <a:extLst>
              <a:ext uri="{FF2B5EF4-FFF2-40B4-BE49-F238E27FC236}">
                <a16:creationId xmlns:a16="http://schemas.microsoft.com/office/drawing/2014/main" id="{95C0A35E-052A-4D6B-BD39-6B3886C573B7}"/>
              </a:ext>
            </a:extLst>
          </p:cNvPr>
          <p:cNvSpPr>
            <a:spLocks/>
          </p:cNvSpPr>
          <p:nvPr/>
        </p:nvSpPr>
        <p:spPr bwMode="auto">
          <a:xfrm>
            <a:off x="7850358" y="3351213"/>
            <a:ext cx="293499" cy="159204"/>
          </a:xfrm>
          <a:custGeom>
            <a:avLst/>
            <a:gdLst>
              <a:gd name="T0" fmla="*/ 271 w 271"/>
              <a:gd name="T1" fmla="*/ 0 h 147"/>
              <a:gd name="T2" fmla="*/ 216 w 271"/>
              <a:gd name="T3" fmla="*/ 0 h 147"/>
              <a:gd name="T4" fmla="*/ 260 w 271"/>
              <a:gd name="T5" fmla="*/ 74 h 147"/>
              <a:gd name="T6" fmla="*/ 217 w 271"/>
              <a:gd name="T7" fmla="*/ 69 h 147"/>
              <a:gd name="T8" fmla="*/ 201 w 271"/>
              <a:gd name="T9" fmla="*/ 109 h 147"/>
              <a:gd name="T10" fmla="*/ 138 w 271"/>
              <a:gd name="T11" fmla="*/ 13 h 147"/>
              <a:gd name="T12" fmla="*/ 76 w 271"/>
              <a:gd name="T13" fmla="*/ 109 h 147"/>
              <a:gd name="T14" fmla="*/ 59 w 271"/>
              <a:gd name="T15" fmla="*/ 69 h 147"/>
              <a:gd name="T16" fmla="*/ 17 w 271"/>
              <a:gd name="T17" fmla="*/ 74 h 147"/>
              <a:gd name="T18" fmla="*/ 61 w 271"/>
              <a:gd name="T19" fmla="*/ 0 h 147"/>
              <a:gd name="T20" fmla="*/ 0 w 271"/>
              <a:gd name="T21" fmla="*/ 0 h 147"/>
              <a:gd name="T22" fmla="*/ 0 w 271"/>
              <a:gd name="T23" fmla="*/ 147 h 147"/>
              <a:gd name="T24" fmla="*/ 271 w 271"/>
              <a:gd name="T25" fmla="*/ 147 h 147"/>
              <a:gd name="T26" fmla="*/ 271 w 271"/>
              <a:gd name="T27" fmla="*/ 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71" h="147">
                <a:moveTo>
                  <a:pt x="271" y="0"/>
                </a:moveTo>
                <a:lnTo>
                  <a:pt x="216" y="0"/>
                </a:lnTo>
                <a:lnTo>
                  <a:pt x="260" y="74"/>
                </a:lnTo>
                <a:lnTo>
                  <a:pt x="217" y="69"/>
                </a:lnTo>
                <a:lnTo>
                  <a:pt x="201" y="109"/>
                </a:lnTo>
                <a:lnTo>
                  <a:pt x="138" y="13"/>
                </a:lnTo>
                <a:lnTo>
                  <a:pt x="76" y="109"/>
                </a:lnTo>
                <a:lnTo>
                  <a:pt x="59" y="69"/>
                </a:lnTo>
                <a:lnTo>
                  <a:pt x="17" y="74"/>
                </a:lnTo>
                <a:lnTo>
                  <a:pt x="61" y="0"/>
                </a:lnTo>
                <a:lnTo>
                  <a:pt x="0" y="0"/>
                </a:lnTo>
                <a:lnTo>
                  <a:pt x="0" y="147"/>
                </a:lnTo>
                <a:lnTo>
                  <a:pt x="271" y="147"/>
                </a:lnTo>
                <a:lnTo>
                  <a:pt x="271" y="0"/>
                </a:ln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56" name="Freeform 137">
            <a:extLst>
              <a:ext uri="{FF2B5EF4-FFF2-40B4-BE49-F238E27FC236}">
                <a16:creationId xmlns:a16="http://schemas.microsoft.com/office/drawing/2014/main" id="{CFBA459D-7D93-4E57-A465-FCCD08227162}"/>
              </a:ext>
            </a:extLst>
          </p:cNvPr>
          <p:cNvSpPr>
            <a:spLocks noEditPoints="1"/>
          </p:cNvSpPr>
          <p:nvPr/>
        </p:nvSpPr>
        <p:spPr bwMode="auto">
          <a:xfrm>
            <a:off x="7837362" y="3195258"/>
            <a:ext cx="320575" cy="146208"/>
          </a:xfrm>
          <a:custGeom>
            <a:avLst/>
            <a:gdLst>
              <a:gd name="T0" fmla="*/ 0 w 231"/>
              <a:gd name="T1" fmla="*/ 105 h 105"/>
              <a:gd name="T2" fmla="*/ 3 w 231"/>
              <a:gd name="T3" fmla="*/ 105 h 105"/>
              <a:gd name="T4" fmla="*/ 6 w 231"/>
              <a:gd name="T5" fmla="*/ 105 h 105"/>
              <a:gd name="T6" fmla="*/ 10 w 231"/>
              <a:gd name="T7" fmla="*/ 105 h 105"/>
              <a:gd name="T8" fmla="*/ 221 w 231"/>
              <a:gd name="T9" fmla="*/ 105 h 105"/>
              <a:gd name="T10" fmla="*/ 225 w 231"/>
              <a:gd name="T11" fmla="*/ 105 h 105"/>
              <a:gd name="T12" fmla="*/ 228 w 231"/>
              <a:gd name="T13" fmla="*/ 105 h 105"/>
              <a:gd name="T14" fmla="*/ 231 w 231"/>
              <a:gd name="T15" fmla="*/ 105 h 105"/>
              <a:gd name="T16" fmla="*/ 231 w 231"/>
              <a:gd name="T17" fmla="*/ 46 h 105"/>
              <a:gd name="T18" fmla="*/ 176 w 231"/>
              <a:gd name="T19" fmla="*/ 46 h 105"/>
              <a:gd name="T20" fmla="*/ 184 w 231"/>
              <a:gd name="T21" fmla="*/ 42 h 105"/>
              <a:gd name="T22" fmla="*/ 210 w 231"/>
              <a:gd name="T23" fmla="*/ 5 h 105"/>
              <a:gd name="T24" fmla="*/ 196 w 231"/>
              <a:gd name="T25" fmla="*/ 0 h 105"/>
              <a:gd name="T26" fmla="*/ 183 w 231"/>
              <a:gd name="T27" fmla="*/ 1 h 105"/>
              <a:gd name="T28" fmla="*/ 158 w 231"/>
              <a:gd name="T29" fmla="*/ 9 h 105"/>
              <a:gd name="T30" fmla="*/ 117 w 231"/>
              <a:gd name="T31" fmla="*/ 44 h 105"/>
              <a:gd name="T32" fmla="*/ 116 w 231"/>
              <a:gd name="T33" fmla="*/ 45 h 105"/>
              <a:gd name="T34" fmla="*/ 116 w 231"/>
              <a:gd name="T35" fmla="*/ 44 h 105"/>
              <a:gd name="T36" fmla="*/ 74 w 231"/>
              <a:gd name="T37" fmla="*/ 9 h 105"/>
              <a:gd name="T38" fmla="*/ 50 w 231"/>
              <a:gd name="T39" fmla="*/ 1 h 105"/>
              <a:gd name="T40" fmla="*/ 37 w 231"/>
              <a:gd name="T41" fmla="*/ 0 h 105"/>
              <a:gd name="T42" fmla="*/ 23 w 231"/>
              <a:gd name="T43" fmla="*/ 5 h 105"/>
              <a:gd name="T44" fmla="*/ 48 w 231"/>
              <a:gd name="T45" fmla="*/ 42 h 105"/>
              <a:gd name="T46" fmla="*/ 57 w 231"/>
              <a:gd name="T47" fmla="*/ 46 h 105"/>
              <a:gd name="T48" fmla="*/ 0 w 231"/>
              <a:gd name="T49" fmla="*/ 46 h 105"/>
              <a:gd name="T50" fmla="*/ 0 w 231"/>
              <a:gd name="T51" fmla="*/ 105 h 105"/>
              <a:gd name="T52" fmla="*/ 159 w 231"/>
              <a:gd name="T53" fmla="*/ 25 h 105"/>
              <a:gd name="T54" fmla="*/ 193 w 231"/>
              <a:gd name="T55" fmla="*/ 14 h 105"/>
              <a:gd name="T56" fmla="*/ 196 w 231"/>
              <a:gd name="T57" fmla="*/ 14 h 105"/>
              <a:gd name="T58" fmla="*/ 192 w 231"/>
              <a:gd name="T59" fmla="*/ 21 h 105"/>
              <a:gd name="T60" fmla="*/ 184 w 231"/>
              <a:gd name="T61" fmla="*/ 26 h 105"/>
              <a:gd name="T62" fmla="*/ 165 w 231"/>
              <a:gd name="T63" fmla="*/ 35 h 105"/>
              <a:gd name="T64" fmla="*/ 138 w 231"/>
              <a:gd name="T65" fmla="*/ 41 h 105"/>
              <a:gd name="T66" fmla="*/ 159 w 231"/>
              <a:gd name="T67" fmla="*/ 25 h 105"/>
              <a:gd name="T68" fmla="*/ 49 w 231"/>
              <a:gd name="T69" fmla="*/ 26 h 105"/>
              <a:gd name="T70" fmla="*/ 40 w 231"/>
              <a:gd name="T71" fmla="*/ 21 h 105"/>
              <a:gd name="T72" fmla="*/ 36 w 231"/>
              <a:gd name="T73" fmla="*/ 14 h 105"/>
              <a:gd name="T74" fmla="*/ 39 w 231"/>
              <a:gd name="T75" fmla="*/ 14 h 105"/>
              <a:gd name="T76" fmla="*/ 73 w 231"/>
              <a:gd name="T77" fmla="*/ 25 h 105"/>
              <a:gd name="T78" fmla="*/ 94 w 231"/>
              <a:gd name="T79" fmla="*/ 41 h 105"/>
              <a:gd name="T80" fmla="*/ 68 w 231"/>
              <a:gd name="T81" fmla="*/ 35 h 105"/>
              <a:gd name="T82" fmla="*/ 49 w 231"/>
              <a:gd name="T83" fmla="*/ 26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31" h="105">
                <a:moveTo>
                  <a:pt x="0" y="105"/>
                </a:moveTo>
                <a:cubicBezTo>
                  <a:pt x="3" y="105"/>
                  <a:pt x="3" y="105"/>
                  <a:pt x="3" y="105"/>
                </a:cubicBezTo>
                <a:cubicBezTo>
                  <a:pt x="6" y="105"/>
                  <a:pt x="6" y="105"/>
                  <a:pt x="6" y="105"/>
                </a:cubicBezTo>
                <a:cubicBezTo>
                  <a:pt x="10" y="105"/>
                  <a:pt x="10" y="105"/>
                  <a:pt x="10" y="105"/>
                </a:cubicBezTo>
                <a:cubicBezTo>
                  <a:pt x="221" y="105"/>
                  <a:pt x="221" y="105"/>
                  <a:pt x="221" y="105"/>
                </a:cubicBezTo>
                <a:cubicBezTo>
                  <a:pt x="225" y="105"/>
                  <a:pt x="225" y="105"/>
                  <a:pt x="225" y="105"/>
                </a:cubicBezTo>
                <a:cubicBezTo>
                  <a:pt x="228" y="105"/>
                  <a:pt x="228" y="105"/>
                  <a:pt x="228" y="105"/>
                </a:cubicBezTo>
                <a:cubicBezTo>
                  <a:pt x="231" y="105"/>
                  <a:pt x="231" y="105"/>
                  <a:pt x="231" y="105"/>
                </a:cubicBezTo>
                <a:cubicBezTo>
                  <a:pt x="231" y="46"/>
                  <a:pt x="231" y="46"/>
                  <a:pt x="231" y="46"/>
                </a:cubicBezTo>
                <a:cubicBezTo>
                  <a:pt x="176" y="46"/>
                  <a:pt x="176" y="46"/>
                  <a:pt x="176" y="46"/>
                </a:cubicBezTo>
                <a:cubicBezTo>
                  <a:pt x="179" y="45"/>
                  <a:pt x="181" y="44"/>
                  <a:pt x="184" y="42"/>
                </a:cubicBezTo>
                <a:cubicBezTo>
                  <a:pt x="197" y="36"/>
                  <a:pt x="225" y="23"/>
                  <a:pt x="210" y="5"/>
                </a:cubicBezTo>
                <a:cubicBezTo>
                  <a:pt x="206" y="1"/>
                  <a:pt x="201" y="0"/>
                  <a:pt x="196" y="0"/>
                </a:cubicBezTo>
                <a:cubicBezTo>
                  <a:pt x="191" y="0"/>
                  <a:pt x="186" y="1"/>
                  <a:pt x="183" y="1"/>
                </a:cubicBezTo>
                <a:cubicBezTo>
                  <a:pt x="174" y="3"/>
                  <a:pt x="166" y="6"/>
                  <a:pt x="158" y="9"/>
                </a:cubicBezTo>
                <a:cubicBezTo>
                  <a:pt x="141" y="17"/>
                  <a:pt x="127" y="29"/>
                  <a:pt x="117" y="44"/>
                </a:cubicBezTo>
                <a:cubicBezTo>
                  <a:pt x="117" y="45"/>
                  <a:pt x="116" y="45"/>
                  <a:pt x="116" y="45"/>
                </a:cubicBezTo>
                <a:cubicBezTo>
                  <a:pt x="116" y="45"/>
                  <a:pt x="116" y="45"/>
                  <a:pt x="116" y="44"/>
                </a:cubicBezTo>
                <a:cubicBezTo>
                  <a:pt x="105" y="29"/>
                  <a:pt x="91" y="17"/>
                  <a:pt x="74" y="9"/>
                </a:cubicBezTo>
                <a:cubicBezTo>
                  <a:pt x="67" y="6"/>
                  <a:pt x="58" y="3"/>
                  <a:pt x="50" y="1"/>
                </a:cubicBezTo>
                <a:cubicBezTo>
                  <a:pt x="46" y="1"/>
                  <a:pt x="41" y="0"/>
                  <a:pt x="37" y="0"/>
                </a:cubicBezTo>
                <a:cubicBezTo>
                  <a:pt x="31" y="0"/>
                  <a:pt x="26" y="1"/>
                  <a:pt x="23" y="5"/>
                </a:cubicBezTo>
                <a:cubicBezTo>
                  <a:pt x="7" y="23"/>
                  <a:pt x="35" y="36"/>
                  <a:pt x="48" y="42"/>
                </a:cubicBezTo>
                <a:cubicBezTo>
                  <a:pt x="51" y="44"/>
                  <a:pt x="54" y="45"/>
                  <a:pt x="57" y="46"/>
                </a:cubicBezTo>
                <a:cubicBezTo>
                  <a:pt x="0" y="46"/>
                  <a:pt x="0" y="46"/>
                  <a:pt x="0" y="46"/>
                </a:cubicBezTo>
                <a:lnTo>
                  <a:pt x="0" y="105"/>
                </a:lnTo>
                <a:close/>
                <a:moveTo>
                  <a:pt x="159" y="25"/>
                </a:moveTo>
                <a:cubicBezTo>
                  <a:pt x="169" y="20"/>
                  <a:pt x="182" y="14"/>
                  <a:pt x="193" y="14"/>
                </a:cubicBezTo>
                <a:cubicBezTo>
                  <a:pt x="194" y="14"/>
                  <a:pt x="195" y="14"/>
                  <a:pt x="196" y="14"/>
                </a:cubicBezTo>
                <a:cubicBezTo>
                  <a:pt x="203" y="15"/>
                  <a:pt x="194" y="20"/>
                  <a:pt x="192" y="21"/>
                </a:cubicBezTo>
                <a:cubicBezTo>
                  <a:pt x="189" y="23"/>
                  <a:pt x="187" y="25"/>
                  <a:pt x="184" y="26"/>
                </a:cubicBezTo>
                <a:cubicBezTo>
                  <a:pt x="177" y="30"/>
                  <a:pt x="171" y="33"/>
                  <a:pt x="165" y="35"/>
                </a:cubicBezTo>
                <a:cubicBezTo>
                  <a:pt x="156" y="38"/>
                  <a:pt x="147" y="40"/>
                  <a:pt x="138" y="41"/>
                </a:cubicBezTo>
                <a:cubicBezTo>
                  <a:pt x="144" y="35"/>
                  <a:pt x="152" y="29"/>
                  <a:pt x="159" y="25"/>
                </a:cubicBezTo>
                <a:close/>
                <a:moveTo>
                  <a:pt x="49" y="26"/>
                </a:moveTo>
                <a:cubicBezTo>
                  <a:pt x="46" y="25"/>
                  <a:pt x="43" y="23"/>
                  <a:pt x="40" y="21"/>
                </a:cubicBezTo>
                <a:cubicBezTo>
                  <a:pt x="38" y="20"/>
                  <a:pt x="29" y="15"/>
                  <a:pt x="36" y="14"/>
                </a:cubicBezTo>
                <a:cubicBezTo>
                  <a:pt x="37" y="14"/>
                  <a:pt x="38" y="14"/>
                  <a:pt x="39" y="14"/>
                </a:cubicBezTo>
                <a:cubicBezTo>
                  <a:pt x="51" y="14"/>
                  <a:pt x="63" y="20"/>
                  <a:pt x="73" y="25"/>
                </a:cubicBezTo>
                <a:cubicBezTo>
                  <a:pt x="81" y="29"/>
                  <a:pt x="88" y="35"/>
                  <a:pt x="94" y="41"/>
                </a:cubicBezTo>
                <a:cubicBezTo>
                  <a:pt x="85" y="40"/>
                  <a:pt x="76" y="38"/>
                  <a:pt x="68" y="35"/>
                </a:cubicBezTo>
                <a:cubicBezTo>
                  <a:pt x="61" y="33"/>
                  <a:pt x="55" y="30"/>
                  <a:pt x="49" y="26"/>
                </a:cubicBezTo>
                <a:close/>
              </a:path>
            </a:pathLst>
          </a:custGeom>
          <a:solidFill>
            <a:srgbClr val="1C1C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57" name="Rectangle 26">
            <a:extLst>
              <a:ext uri="{FF2B5EF4-FFF2-40B4-BE49-F238E27FC236}">
                <a16:creationId xmlns:a16="http://schemas.microsoft.com/office/drawing/2014/main" id="{550A702E-BB52-412C-BF14-A9D79B9B21C3}"/>
              </a:ext>
            </a:extLst>
          </p:cNvPr>
          <p:cNvSpPr/>
          <p:nvPr/>
        </p:nvSpPr>
        <p:spPr>
          <a:xfrm>
            <a:off x="1464622" y="4576781"/>
            <a:ext cx="16534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57200">
              <a:lnSpc>
                <a:spcPct val="150000"/>
              </a:lnSpc>
              <a:defRPr/>
            </a:pP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Lorem ipsum dolor sit amet,</a:t>
            </a:r>
            <a:r>
              <a:rPr lang="en-US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 </a:t>
            </a: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consectetur adipiscing elit. Ut</a:t>
            </a:r>
          </a:p>
        </p:txBody>
      </p:sp>
      <p:sp>
        <p:nvSpPr>
          <p:cNvPr id="158" name="Rectangle 26">
            <a:extLst>
              <a:ext uri="{FF2B5EF4-FFF2-40B4-BE49-F238E27FC236}">
                <a16:creationId xmlns:a16="http://schemas.microsoft.com/office/drawing/2014/main" id="{DAD26C50-7363-459C-9B07-C5D61191136B}"/>
              </a:ext>
            </a:extLst>
          </p:cNvPr>
          <p:cNvSpPr/>
          <p:nvPr/>
        </p:nvSpPr>
        <p:spPr>
          <a:xfrm>
            <a:off x="3364505" y="4576781"/>
            <a:ext cx="16534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57200">
              <a:lnSpc>
                <a:spcPct val="150000"/>
              </a:lnSpc>
              <a:defRPr/>
            </a:pP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Lorem ipsum dolor sit amet,</a:t>
            </a:r>
            <a:r>
              <a:rPr lang="en-US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 </a:t>
            </a: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consectetur adipiscing elit. Ut</a:t>
            </a:r>
          </a:p>
        </p:txBody>
      </p:sp>
      <p:sp>
        <p:nvSpPr>
          <p:cNvPr id="159" name="Rectangle 26">
            <a:extLst>
              <a:ext uri="{FF2B5EF4-FFF2-40B4-BE49-F238E27FC236}">
                <a16:creationId xmlns:a16="http://schemas.microsoft.com/office/drawing/2014/main" id="{F9642084-B034-42D9-B29E-668840AE19A0}"/>
              </a:ext>
            </a:extLst>
          </p:cNvPr>
          <p:cNvSpPr/>
          <p:nvPr/>
        </p:nvSpPr>
        <p:spPr>
          <a:xfrm>
            <a:off x="5269268" y="4576781"/>
            <a:ext cx="16534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57200">
              <a:lnSpc>
                <a:spcPct val="150000"/>
              </a:lnSpc>
              <a:defRPr/>
            </a:pP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Lorem ipsum dolor sit amet,</a:t>
            </a:r>
            <a:r>
              <a:rPr lang="en-US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 </a:t>
            </a: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consectetur adipiscing elit. Ut</a:t>
            </a:r>
          </a:p>
        </p:txBody>
      </p:sp>
      <p:sp>
        <p:nvSpPr>
          <p:cNvPr id="160" name="Rectangle 26">
            <a:extLst>
              <a:ext uri="{FF2B5EF4-FFF2-40B4-BE49-F238E27FC236}">
                <a16:creationId xmlns:a16="http://schemas.microsoft.com/office/drawing/2014/main" id="{961563A2-5266-40CA-B6CD-39B67CEAFAE1}"/>
              </a:ext>
            </a:extLst>
          </p:cNvPr>
          <p:cNvSpPr/>
          <p:nvPr/>
        </p:nvSpPr>
        <p:spPr>
          <a:xfrm>
            <a:off x="7174031" y="4576781"/>
            <a:ext cx="16534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57200">
              <a:lnSpc>
                <a:spcPct val="150000"/>
              </a:lnSpc>
              <a:defRPr/>
            </a:pP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Lorem ipsum dolor sit amet,</a:t>
            </a:r>
            <a:r>
              <a:rPr lang="en-US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 </a:t>
            </a: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consectetur adipiscing elit. Ut</a:t>
            </a:r>
          </a:p>
        </p:txBody>
      </p:sp>
      <p:sp>
        <p:nvSpPr>
          <p:cNvPr id="161" name="Rectangle 26">
            <a:extLst>
              <a:ext uri="{FF2B5EF4-FFF2-40B4-BE49-F238E27FC236}">
                <a16:creationId xmlns:a16="http://schemas.microsoft.com/office/drawing/2014/main" id="{894D9C64-A1CE-4F67-8E41-B6B4E1FF60C8}"/>
              </a:ext>
            </a:extLst>
          </p:cNvPr>
          <p:cNvSpPr/>
          <p:nvPr/>
        </p:nvSpPr>
        <p:spPr>
          <a:xfrm>
            <a:off x="9032734" y="4576781"/>
            <a:ext cx="16534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57200">
              <a:lnSpc>
                <a:spcPct val="150000"/>
              </a:lnSpc>
              <a:defRPr/>
            </a:pP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Lorem ipsum dolor sit amet,</a:t>
            </a:r>
            <a:r>
              <a:rPr lang="en-US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 </a:t>
            </a: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consectetur adipiscing elit. Ut</a:t>
            </a:r>
          </a:p>
        </p:txBody>
      </p:sp>
      <p:sp>
        <p:nvSpPr>
          <p:cNvPr id="162" name="Rectangle 15">
            <a:extLst>
              <a:ext uri="{FF2B5EF4-FFF2-40B4-BE49-F238E27FC236}">
                <a16:creationId xmlns:a16="http://schemas.microsoft.com/office/drawing/2014/main" id="{AE12E147-38CE-498A-86DB-6D665C480937}"/>
              </a:ext>
            </a:extLst>
          </p:cNvPr>
          <p:cNvSpPr/>
          <p:nvPr/>
        </p:nvSpPr>
        <p:spPr>
          <a:xfrm>
            <a:off x="1088353" y="1249410"/>
            <a:ext cx="9901664" cy="609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200">
              <a:lnSpc>
                <a:spcPct val="150000"/>
              </a:lnSpc>
              <a:defRPr/>
            </a:pPr>
            <a:r>
              <a:rPr lang="tr-TR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Lorem ipsum dolor sit amet, consectetur adipiscing elit. Ut lobortis purus aliquam erat condimentum fermentum. Phasellus sed nisl</a:t>
            </a:r>
            <a:r>
              <a:rPr lang="en-US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 </a:t>
            </a:r>
            <a:r>
              <a:rPr lang="tr-TR" altLang="zh-CN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Lorem ipsum dolor sit amet, consectetur adipiscing elit. Ut lobortis purus aliquam erat condimentum fermentum. Phasellus sed nisl</a:t>
            </a:r>
            <a:r>
              <a:rPr lang="en-US" altLang="zh-CN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 </a:t>
            </a:r>
            <a:r>
              <a:rPr lang="tr-TR" altLang="zh-CN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Lorem ipsum dolor sit amet, consectetur adipiscing elit. Ut lobortis purus aliquam erat condimentum fermentum. Phasellus sed nisl</a:t>
            </a:r>
            <a:r>
              <a:rPr lang="en-US" altLang="zh-CN" sz="1200" kern="0" dirty="0">
                <a:solidFill>
                  <a:prstClr val="white">
                    <a:lumMod val="95000"/>
                  </a:prstClr>
                </a:solidFill>
                <a:latin typeface="Agency FB" panose="020F0502020204030204"/>
                <a:ea typeface="微软雅黑"/>
                <a:cs typeface="+mn-ea"/>
                <a:sym typeface="+mn-lt"/>
              </a:rPr>
              <a:t> </a:t>
            </a:r>
            <a:endParaRPr lang="tr-TR" altLang="zh-CN" sz="1200" kern="0" dirty="0">
              <a:solidFill>
                <a:prstClr val="white">
                  <a:lumMod val="95000"/>
                </a:prstClr>
              </a:solidFill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63" name="TextBox 88">
            <a:extLst>
              <a:ext uri="{FF2B5EF4-FFF2-40B4-BE49-F238E27FC236}">
                <a16:creationId xmlns:a16="http://schemas.microsoft.com/office/drawing/2014/main" id="{FE6E553F-DEE8-4697-BBA0-DA4AB68CDB3A}"/>
              </a:ext>
            </a:extLst>
          </p:cNvPr>
          <p:cNvSpPr txBox="1"/>
          <p:nvPr/>
        </p:nvSpPr>
        <p:spPr>
          <a:xfrm>
            <a:off x="4763671" y="506638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2800" b="1" kern="0" dirty="0">
                <a:solidFill>
                  <a:srgbClr val="F2BB61"/>
                </a:solidFill>
                <a:effectLst>
                  <a:outerShdw blurRad="12700" dist="254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ea typeface="微软雅黑"/>
              </a:rPr>
              <a:t>ABOUT MAZE DESIGN</a:t>
            </a:r>
            <a:endParaRPr lang="zh-CN" altLang="en-US" sz="2800" b="1" kern="0" dirty="0">
              <a:solidFill>
                <a:srgbClr val="F2BB61"/>
              </a:solidFill>
              <a:effectLst>
                <a:outerShdw blurRad="12700" dist="254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ea typeface="微软雅黑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B6173E6-2B6C-49D5-9307-D0267C7DCD85}"/>
              </a:ext>
            </a:extLst>
          </p:cNvPr>
          <p:cNvSpPr/>
          <p:nvPr/>
        </p:nvSpPr>
        <p:spPr>
          <a:xfrm>
            <a:off x="350326" y="1046565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6000" b="1" kern="0" dirty="0">
                <a:solidFill>
                  <a:srgbClr val="F2BB61"/>
                </a:solidFill>
                <a:effectLst>
                  <a:outerShdw blurRad="12700" dist="254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ea typeface="微软雅黑"/>
              </a:rPr>
              <a:t>“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1B7B32E9-ECA7-48D2-B464-B9240D3EE6C9}"/>
              </a:ext>
            </a:extLst>
          </p:cNvPr>
          <p:cNvSpPr/>
          <p:nvPr/>
        </p:nvSpPr>
        <p:spPr>
          <a:xfrm>
            <a:off x="10411317" y="1545790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6000" b="1" kern="0" dirty="0">
                <a:solidFill>
                  <a:srgbClr val="F2BB61"/>
                </a:solidFill>
                <a:effectLst>
                  <a:outerShdw blurRad="12700" dist="254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ea typeface="微软雅黑"/>
              </a:rPr>
              <a:t>“</a:t>
            </a:r>
          </a:p>
        </p:txBody>
      </p:sp>
      <p:cxnSp>
        <p:nvCxnSpPr>
          <p:cNvPr id="167" name="Line 92">
            <a:extLst>
              <a:ext uri="{FF2B5EF4-FFF2-40B4-BE49-F238E27FC236}">
                <a16:creationId xmlns:a16="http://schemas.microsoft.com/office/drawing/2014/main" id="{A6087C65-1EE7-4E28-BF07-0633C7076D4F}"/>
              </a:ext>
            </a:extLst>
          </p:cNvPr>
          <p:cNvCxnSpPr/>
          <p:nvPr/>
        </p:nvCxnSpPr>
        <p:spPr>
          <a:xfrm>
            <a:off x="4048012" y="1150252"/>
            <a:ext cx="3982346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alpha val="55000"/>
              </a:sysClr>
            </a:solidFill>
            <a:prstDash val="solid"/>
            <a:miter lim="800000"/>
          </a:ln>
          <a:effectLst/>
        </p:spPr>
      </p:cxnSp>
      <p:sp>
        <p:nvSpPr>
          <p:cNvPr id="168" name="Rectangle 167">
            <a:extLst>
              <a:ext uri="{FF2B5EF4-FFF2-40B4-BE49-F238E27FC236}">
                <a16:creationId xmlns:a16="http://schemas.microsoft.com/office/drawing/2014/main" id="{DE28A8D8-8B9F-4CA2-B126-0A57F121153B}"/>
              </a:ext>
            </a:extLst>
          </p:cNvPr>
          <p:cNvSpPr/>
          <p:nvPr/>
        </p:nvSpPr>
        <p:spPr>
          <a:xfrm>
            <a:off x="5211185" y="1132252"/>
            <a:ext cx="1656000" cy="36000"/>
          </a:xfrm>
          <a:prstGeom prst="rect">
            <a:avLst/>
          </a:prstGeom>
          <a:solidFill>
            <a:srgbClr val="F2BB61"/>
          </a:solidFill>
          <a:ln w="12700" cap="flat" cmpd="sng" algn="ctr">
            <a:noFill/>
            <a:prstDash val="solid"/>
            <a:miter lim="800000"/>
          </a:ln>
          <a:effectLst>
            <a:outerShdw blurRad="76200" dist="25400" dir="2700000" algn="tl" rotWithShape="0">
              <a:prstClr val="black">
                <a:alpha val="3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gency FB" panose="020F0502020204030204"/>
              <a:ea typeface="微软雅黑"/>
              <a:cs typeface="+mn-cs"/>
            </a:endParaRPr>
          </a:p>
        </p:txBody>
      </p:sp>
      <p:sp>
        <p:nvSpPr>
          <p:cNvPr id="170" name="Rectangle 6">
            <a:extLst>
              <a:ext uri="{FF2B5EF4-FFF2-40B4-BE49-F238E27FC236}">
                <a16:creationId xmlns:a16="http://schemas.microsoft.com/office/drawing/2014/main" id="{0A008310-080D-443F-881F-BCBB157583B8}"/>
              </a:ext>
            </a:extLst>
          </p:cNvPr>
          <p:cNvSpPr/>
          <p:nvPr/>
        </p:nvSpPr>
        <p:spPr>
          <a:xfrm>
            <a:off x="202000" y="202000"/>
            <a:ext cx="245601" cy="245601"/>
          </a:xfrm>
          <a:prstGeom prst="rect">
            <a:avLst/>
          </a:prstGeom>
          <a:noFill/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71" name="Rectangle 2">
            <a:extLst>
              <a:ext uri="{FF2B5EF4-FFF2-40B4-BE49-F238E27FC236}">
                <a16:creationId xmlns:a16="http://schemas.microsoft.com/office/drawing/2014/main" id="{6C64721D-5B92-4CD6-87AE-6F4AEFB9B302}"/>
              </a:ext>
            </a:extLst>
          </p:cNvPr>
          <p:cNvSpPr/>
          <p:nvPr/>
        </p:nvSpPr>
        <p:spPr>
          <a:xfrm>
            <a:off x="-1522" y="405521"/>
            <a:ext cx="245601" cy="245601"/>
          </a:xfrm>
          <a:prstGeom prst="rect">
            <a:avLst/>
          </a:prstGeom>
          <a:solidFill>
            <a:srgbClr val="1C1C1E"/>
          </a:solidFill>
          <a:ln w="12700" cap="flat" cmpd="sng" algn="ctr">
            <a:solidFill>
              <a:srgbClr val="F2BB6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72" name="Rectangle 7">
            <a:extLst>
              <a:ext uri="{FF2B5EF4-FFF2-40B4-BE49-F238E27FC236}">
                <a16:creationId xmlns:a16="http://schemas.microsoft.com/office/drawing/2014/main" id="{42114C7B-61C7-471F-8B1F-CEC368D8B3F8}"/>
              </a:ext>
            </a:extLst>
          </p:cNvPr>
          <p:cNvSpPr/>
          <p:nvPr/>
        </p:nvSpPr>
        <p:spPr>
          <a:xfrm>
            <a:off x="405521" y="-1521"/>
            <a:ext cx="245601" cy="245601"/>
          </a:xfrm>
          <a:prstGeom prst="rect">
            <a:avLst/>
          </a:prstGeom>
          <a:solidFill>
            <a:srgbClr val="1C1C1E"/>
          </a:solidFill>
          <a:ln w="12700" cap="flat" cmpd="sng" algn="ctr">
            <a:solidFill>
              <a:srgbClr val="F2BB6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74" name="Rectangle 6">
            <a:extLst>
              <a:ext uri="{FF2B5EF4-FFF2-40B4-BE49-F238E27FC236}">
                <a16:creationId xmlns:a16="http://schemas.microsoft.com/office/drawing/2014/main" id="{0CF3405F-0EF4-42C6-9A81-4BD9284B98CD}"/>
              </a:ext>
            </a:extLst>
          </p:cNvPr>
          <p:cNvSpPr/>
          <p:nvPr/>
        </p:nvSpPr>
        <p:spPr>
          <a:xfrm rot="16200000" flipV="1">
            <a:off x="11976896" y="6642896"/>
            <a:ext cx="215104" cy="215104"/>
          </a:xfrm>
          <a:prstGeom prst="rect">
            <a:avLst/>
          </a:prstGeom>
          <a:noFill/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75" name="Rectangle 2">
            <a:extLst>
              <a:ext uri="{FF2B5EF4-FFF2-40B4-BE49-F238E27FC236}">
                <a16:creationId xmlns:a16="http://schemas.microsoft.com/office/drawing/2014/main" id="{F9D206EB-B1A1-4A37-A415-A5D023641844}"/>
              </a:ext>
            </a:extLst>
          </p:cNvPr>
          <p:cNvSpPr/>
          <p:nvPr/>
        </p:nvSpPr>
        <p:spPr>
          <a:xfrm rot="16200000" flipV="1">
            <a:off x="11910222" y="6571459"/>
            <a:ext cx="161434" cy="161434"/>
          </a:xfrm>
          <a:prstGeom prst="rect">
            <a:avLst/>
          </a:prstGeom>
          <a:solidFill>
            <a:srgbClr val="F2BB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1603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光, 模糊 的圖片&#10;&#10;自動產生的描述">
            <a:extLst>
              <a:ext uri="{FF2B5EF4-FFF2-40B4-BE49-F238E27FC236}">
                <a16:creationId xmlns:a16="http://schemas.microsoft.com/office/drawing/2014/main" id="{2EB5AACB-D0FC-4029-BA97-5255A897A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"/>
            <a:ext cx="12192000" cy="6856781"/>
          </a:xfrm>
          <a:prstGeom prst="rect">
            <a:avLst/>
          </a:prstGeom>
        </p:spPr>
      </p:pic>
      <p:pic>
        <p:nvPicPr>
          <p:cNvPr id="4" name="圖片 7" descr="卡通人物&#10;&#10;描述已自动生成">
            <a:extLst>
              <a:ext uri="{FF2B5EF4-FFF2-40B4-BE49-F238E27FC236}">
                <a16:creationId xmlns:a16="http://schemas.microsoft.com/office/drawing/2014/main" id="{2F9CF03E-F21C-4C77-ABAA-94355A068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365" y="2313363"/>
            <a:ext cx="5594264" cy="5594264"/>
          </a:xfrm>
          <a:prstGeom prst="rect">
            <a:avLst/>
          </a:prstGeom>
        </p:spPr>
      </p:pic>
      <p:sp>
        <p:nvSpPr>
          <p:cNvPr id="5" name="文字方塊 8">
            <a:extLst>
              <a:ext uri="{FF2B5EF4-FFF2-40B4-BE49-F238E27FC236}">
                <a16:creationId xmlns:a16="http://schemas.microsoft.com/office/drawing/2014/main" id="{66C73F67-1DE3-4D05-B277-5786CF26F09F}"/>
              </a:ext>
            </a:extLst>
          </p:cNvPr>
          <p:cNvSpPr txBox="1"/>
          <p:nvPr/>
        </p:nvSpPr>
        <p:spPr>
          <a:xfrm>
            <a:off x="3202474" y="1289239"/>
            <a:ext cx="2031325" cy="463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lnSpc>
                <a:spcPct val="150000"/>
              </a:lnSpc>
              <a:defRPr>
                <a:solidFill>
                  <a:prstClr val="white"/>
                </a:solidFill>
                <a:latin typeface="Noto Sans CJK TC Bold" panose="020B0800000000000000" pitchFamily="34" charset="-120"/>
                <a:ea typeface="Noto Sans CJK TC Bold" panose="020B0800000000000000" pitchFamily="34" charset="-120"/>
                <a:cs typeface="阿里巴巴普惠体 M" panose="00020600040101010101" pitchFamily="18" charset="-122"/>
              </a:defRPr>
            </a:lvl1pPr>
          </a:lstStyle>
          <a:p>
            <a:r>
              <a:rPr lang="zh-TW" altLang="en-US" dirty="0"/>
              <a:t>請在此輸入小標題</a:t>
            </a:r>
          </a:p>
        </p:txBody>
      </p:sp>
      <p:sp>
        <p:nvSpPr>
          <p:cNvPr id="6" name="文字方塊 7">
            <a:extLst>
              <a:ext uri="{FF2B5EF4-FFF2-40B4-BE49-F238E27FC236}">
                <a16:creationId xmlns:a16="http://schemas.microsoft.com/office/drawing/2014/main" id="{168BB575-C030-4941-88F3-E3CDB3023702}"/>
              </a:ext>
            </a:extLst>
          </p:cNvPr>
          <p:cNvSpPr txBox="1"/>
          <p:nvPr/>
        </p:nvSpPr>
        <p:spPr>
          <a:xfrm>
            <a:off x="2506793" y="1750573"/>
            <a:ext cx="3357676" cy="894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lnSpc>
                <a:spcPct val="120000"/>
              </a:lnSpc>
              <a:defRPr sz="1200">
                <a:solidFill>
                  <a:prstClr val="white">
                    <a:alpha val="80000"/>
                  </a:prstClr>
                </a:solidFill>
                <a:latin typeface="Noto Sans CJK TC Regular" panose="020B0500000000000000" pitchFamily="34" charset="-120"/>
                <a:ea typeface="Noto Sans CJK TC Regular" panose="020B0500000000000000" pitchFamily="34" charset="-120"/>
                <a:cs typeface="阿里巴巴普惠体 R" panose="00020600040101010101" pitchFamily="18" charset="-122"/>
              </a:defRPr>
            </a:lvl1pPr>
          </a:lstStyle>
          <a:p>
            <a:r>
              <a:rPr lang="zh-TW" altLang="en-US" dirty="0"/>
              <a:t>在此輸入內容文字在此輸入內容文字</a:t>
            </a:r>
          </a:p>
          <a:p>
            <a:r>
              <a:rPr lang="zh-TW" altLang="en-US" dirty="0"/>
              <a:t>在此輸入內容文字在此輸入內容文字</a:t>
            </a:r>
          </a:p>
          <a:p>
            <a:r>
              <a:rPr lang="zh-TW" altLang="en-US" dirty="0"/>
              <a:t>在此輸入內容文字在此輸入內容文字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127394B-5D28-48F8-BC4F-6EEAA40CBBF9}"/>
              </a:ext>
            </a:extLst>
          </p:cNvPr>
          <p:cNvSpPr txBox="1"/>
          <p:nvPr/>
        </p:nvSpPr>
        <p:spPr>
          <a:xfrm>
            <a:off x="1232210" y="3582256"/>
            <a:ext cx="2031325" cy="463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dirty="0">
                <a:solidFill>
                  <a:prstClr val="white"/>
                </a:solidFill>
                <a:latin typeface="Noto Sans CJK TC Bold" panose="020B0800000000000000" pitchFamily="34" charset="-120"/>
                <a:ea typeface="Noto Sans CJK TC Bold" panose="020B0800000000000000" pitchFamily="34" charset="-120"/>
                <a:cs typeface="阿里巴巴普惠体 M" panose="00020600040101010101" pitchFamily="18" charset="-122"/>
              </a:rPr>
              <a:t>請在此</a:t>
            </a:r>
            <a:r>
              <a:rPr lang="zh-CN" altLang="en-US" dirty="0">
                <a:solidFill>
                  <a:prstClr val="white"/>
                </a:solidFill>
                <a:latin typeface="Noto Sans CJK TC Bold" panose="020B0800000000000000" pitchFamily="34" charset="-120"/>
                <a:ea typeface="Noto Sans CJK TC Bold" panose="020B0800000000000000" pitchFamily="34" charset="-120"/>
                <a:cs typeface="阿里巴巴普惠体 M" panose="00020600040101010101" pitchFamily="18" charset="-122"/>
              </a:rPr>
              <a:t>輸入小標題</a:t>
            </a:r>
          </a:p>
        </p:txBody>
      </p:sp>
      <p:sp>
        <p:nvSpPr>
          <p:cNvPr id="8" name="文字方塊 5">
            <a:extLst>
              <a:ext uri="{FF2B5EF4-FFF2-40B4-BE49-F238E27FC236}">
                <a16:creationId xmlns:a16="http://schemas.microsoft.com/office/drawing/2014/main" id="{5B5E17EF-ED93-456C-95CB-1AD8AC4E597B}"/>
              </a:ext>
            </a:extLst>
          </p:cNvPr>
          <p:cNvSpPr txBox="1"/>
          <p:nvPr/>
        </p:nvSpPr>
        <p:spPr>
          <a:xfrm>
            <a:off x="764382" y="4043590"/>
            <a:ext cx="2966982" cy="89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lnSpc>
                <a:spcPct val="120000"/>
              </a:lnSpc>
              <a:defRPr sz="1200">
                <a:solidFill>
                  <a:prstClr val="white">
                    <a:alpha val="80000"/>
                  </a:prstClr>
                </a:solidFill>
                <a:latin typeface="Noto Sans CJK TC Regular" panose="020B0500000000000000" pitchFamily="34" charset="-120"/>
                <a:ea typeface="Noto Sans CJK TC Regular" panose="020B0500000000000000" pitchFamily="34" charset="-120"/>
                <a:cs typeface="阿里巴巴普惠体 R" panose="00020600040101010101" pitchFamily="18" charset="-122"/>
              </a:defRPr>
            </a:lvl1pPr>
          </a:lstStyle>
          <a:p>
            <a:r>
              <a:rPr lang="zh-TW" altLang="en-US" dirty="0"/>
              <a:t>在此輸入內容文字在此輸入內容文字</a:t>
            </a:r>
            <a:endParaRPr lang="en-US" altLang="zh-TW" dirty="0"/>
          </a:p>
          <a:p>
            <a:r>
              <a:rPr lang="zh-TW" altLang="en-US" dirty="0"/>
              <a:t>在此輸入內容文字在此輸入內容文字</a:t>
            </a:r>
            <a:endParaRPr lang="zh-CN" altLang="en-US" dirty="0"/>
          </a:p>
          <a:p>
            <a:r>
              <a:rPr lang="zh-TW" altLang="en-US" dirty="0"/>
              <a:t>在此輸入內容文字在此輸入內容文字</a:t>
            </a:r>
            <a:endParaRPr lang="zh-CN" altLang="en-US" dirty="0"/>
          </a:p>
        </p:txBody>
      </p:sp>
      <p:sp>
        <p:nvSpPr>
          <p:cNvPr id="9" name="文字方塊 4">
            <a:extLst>
              <a:ext uri="{FF2B5EF4-FFF2-40B4-BE49-F238E27FC236}">
                <a16:creationId xmlns:a16="http://schemas.microsoft.com/office/drawing/2014/main" id="{08B54CCF-0CF9-482B-970D-AFD034A99FC0}"/>
              </a:ext>
            </a:extLst>
          </p:cNvPr>
          <p:cNvSpPr txBox="1"/>
          <p:nvPr/>
        </p:nvSpPr>
        <p:spPr>
          <a:xfrm>
            <a:off x="6942425" y="1289239"/>
            <a:ext cx="2031325" cy="463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lnSpc>
                <a:spcPct val="150000"/>
              </a:lnSpc>
              <a:defRPr>
                <a:solidFill>
                  <a:prstClr val="white"/>
                </a:solidFill>
                <a:latin typeface="Noto Sans CJK TC Bold" panose="020B0800000000000000" pitchFamily="34" charset="-120"/>
                <a:ea typeface="Noto Sans CJK TC Bold" panose="020B0800000000000000" pitchFamily="34" charset="-120"/>
                <a:cs typeface="阿里巴巴普惠体 M" panose="00020600040101010101" pitchFamily="18" charset="-122"/>
              </a:defRPr>
            </a:lvl1pPr>
          </a:lstStyle>
          <a:p>
            <a:r>
              <a:rPr lang="zh-TW" altLang="en-US" dirty="0"/>
              <a:t>請在此輸入小標題</a:t>
            </a:r>
          </a:p>
        </p:txBody>
      </p:sp>
      <p:sp>
        <p:nvSpPr>
          <p:cNvPr id="10" name="文字方塊 3">
            <a:extLst>
              <a:ext uri="{FF2B5EF4-FFF2-40B4-BE49-F238E27FC236}">
                <a16:creationId xmlns:a16="http://schemas.microsoft.com/office/drawing/2014/main" id="{7CA0D967-4667-4674-B6CF-887BD2212BC8}"/>
              </a:ext>
            </a:extLst>
          </p:cNvPr>
          <p:cNvSpPr txBox="1"/>
          <p:nvPr/>
        </p:nvSpPr>
        <p:spPr>
          <a:xfrm>
            <a:off x="6254621" y="1750573"/>
            <a:ext cx="3290708" cy="894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lnSpc>
                <a:spcPct val="120000"/>
              </a:lnSpc>
              <a:defRPr sz="1200">
                <a:solidFill>
                  <a:prstClr val="white">
                    <a:alpha val="80000"/>
                  </a:prstClr>
                </a:solidFill>
                <a:latin typeface="Noto Sans CJK TC Regular" panose="020B0500000000000000" pitchFamily="34" charset="-120"/>
                <a:ea typeface="Noto Sans CJK TC Regular" panose="020B0500000000000000" pitchFamily="34" charset="-120"/>
                <a:cs typeface="阿里巴巴普惠体 R" panose="00020600040101010101" pitchFamily="18" charset="-122"/>
              </a:defRPr>
            </a:lvl1pPr>
          </a:lstStyle>
          <a:p>
            <a:r>
              <a:rPr lang="zh-TW" altLang="en-US" dirty="0"/>
              <a:t>在此輸入內容文字在此輸入內容文字</a:t>
            </a:r>
          </a:p>
          <a:p>
            <a:r>
              <a:rPr lang="zh-TW" altLang="en-US" dirty="0"/>
              <a:t>在此輸入內容文字在此輸入內容文字</a:t>
            </a:r>
          </a:p>
          <a:p>
            <a:r>
              <a:rPr lang="zh-TW" altLang="en-US" dirty="0"/>
              <a:t>在此輸入內容文字在此輸入內容文字</a:t>
            </a:r>
          </a:p>
        </p:txBody>
      </p:sp>
      <p:sp>
        <p:nvSpPr>
          <p:cNvPr id="11" name="文字方塊 2">
            <a:extLst>
              <a:ext uri="{FF2B5EF4-FFF2-40B4-BE49-F238E27FC236}">
                <a16:creationId xmlns:a16="http://schemas.microsoft.com/office/drawing/2014/main" id="{533CBBF5-C178-4E75-882B-7473B549E06A}"/>
              </a:ext>
            </a:extLst>
          </p:cNvPr>
          <p:cNvSpPr txBox="1"/>
          <p:nvPr/>
        </p:nvSpPr>
        <p:spPr>
          <a:xfrm>
            <a:off x="8851471" y="3582256"/>
            <a:ext cx="2031325" cy="463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algn="ctr">
              <a:lnSpc>
                <a:spcPct val="150000"/>
              </a:lnSpc>
              <a:defRPr>
                <a:solidFill>
                  <a:prstClr val="white"/>
                </a:solidFill>
                <a:latin typeface="Noto Sans CJK TC Bold" panose="020B0800000000000000" pitchFamily="34" charset="-120"/>
                <a:ea typeface="Noto Sans CJK TC Bold" panose="020B0800000000000000" pitchFamily="34" charset="-120"/>
                <a:cs typeface="阿里巴巴普惠体 M" panose="00020600040101010101" pitchFamily="18" charset="-122"/>
              </a:defRPr>
            </a:lvl1pPr>
          </a:lstStyle>
          <a:p>
            <a:r>
              <a:rPr lang="zh-TW" altLang="en-US" dirty="0"/>
              <a:t>請在此輸入小標題</a:t>
            </a:r>
          </a:p>
        </p:txBody>
      </p:sp>
      <p:sp>
        <p:nvSpPr>
          <p:cNvPr id="12" name="文字方塊 1">
            <a:extLst>
              <a:ext uri="{FF2B5EF4-FFF2-40B4-BE49-F238E27FC236}">
                <a16:creationId xmlns:a16="http://schemas.microsoft.com/office/drawing/2014/main" id="{B8E838D1-B8BB-4600-B421-EBFF40A4E58B}"/>
              </a:ext>
            </a:extLst>
          </p:cNvPr>
          <p:cNvSpPr txBox="1"/>
          <p:nvPr/>
        </p:nvSpPr>
        <p:spPr>
          <a:xfrm>
            <a:off x="8383644" y="4043590"/>
            <a:ext cx="2966981" cy="741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1200" dirty="0">
                <a:solidFill>
                  <a:prstClr val="white">
                    <a:alpha val="80000"/>
                  </a:prstClr>
                </a:solidFill>
                <a:latin typeface="Noto Sans CJK TC Regular" panose="020B0500000000000000" pitchFamily="34" charset="-120"/>
                <a:ea typeface="Noto Sans CJK TC Regular" panose="020B0500000000000000" pitchFamily="34" charset="-120"/>
                <a:cs typeface="阿里巴巴普惠体 R" panose="00020600040101010101" pitchFamily="18" charset="-122"/>
              </a:rPr>
              <a:t>在此輸入內容文字在此輸入內容文字</a:t>
            </a:r>
          </a:p>
          <a:p>
            <a:pPr algn="ctr">
              <a:lnSpc>
                <a:spcPct val="120000"/>
              </a:lnSpc>
            </a:pPr>
            <a:r>
              <a:rPr lang="zh-TW" altLang="en-US" sz="1200" dirty="0">
                <a:solidFill>
                  <a:prstClr val="white">
                    <a:alpha val="80000"/>
                  </a:prstClr>
                </a:solidFill>
                <a:latin typeface="Noto Sans CJK TC Regular" panose="020B0500000000000000" pitchFamily="34" charset="-120"/>
                <a:ea typeface="Noto Sans CJK TC Regular" panose="020B0500000000000000" pitchFamily="34" charset="-120"/>
                <a:cs typeface="阿里巴巴普惠体 R" panose="00020600040101010101" pitchFamily="18" charset="-122"/>
              </a:rPr>
              <a:t>在此輸入內容文字在此輸入內容文字</a:t>
            </a:r>
          </a:p>
          <a:p>
            <a:pPr algn="ctr">
              <a:lnSpc>
                <a:spcPct val="120000"/>
              </a:lnSpc>
            </a:pPr>
            <a:r>
              <a:rPr lang="zh-TW" altLang="en-US" sz="1200" dirty="0">
                <a:solidFill>
                  <a:prstClr val="white">
                    <a:alpha val="80000"/>
                  </a:prstClr>
                </a:solidFill>
                <a:latin typeface="Noto Sans CJK TC Regular" panose="020B0500000000000000" pitchFamily="34" charset="-120"/>
                <a:ea typeface="Noto Sans CJK TC Regular" panose="020B0500000000000000" pitchFamily="34" charset="-120"/>
                <a:cs typeface="阿里巴巴普惠体 R" panose="00020600040101010101" pitchFamily="18" charset="-122"/>
              </a:rPr>
              <a:t>在此輸入內容文字在此輸入內容文字</a:t>
            </a:r>
          </a:p>
        </p:txBody>
      </p:sp>
      <p:sp>
        <p:nvSpPr>
          <p:cNvPr id="13" name="ICON 4">
            <a:extLst>
              <a:ext uri="{FF2B5EF4-FFF2-40B4-BE49-F238E27FC236}">
                <a16:creationId xmlns:a16="http://schemas.microsoft.com/office/drawing/2014/main" id="{9768B9B4-9DAD-44E8-ABCD-18117D599553}"/>
              </a:ext>
            </a:extLst>
          </p:cNvPr>
          <p:cNvSpPr/>
          <p:nvPr/>
        </p:nvSpPr>
        <p:spPr>
          <a:xfrm>
            <a:off x="1995973" y="2963247"/>
            <a:ext cx="591064" cy="5900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17096"/>
                </a:lnTo>
                <a:lnTo>
                  <a:pt x="5426" y="17096"/>
                </a:lnTo>
                <a:lnTo>
                  <a:pt x="5426" y="21600"/>
                </a:lnTo>
                <a:lnTo>
                  <a:pt x="8981" y="17096"/>
                </a:lnTo>
                <a:lnTo>
                  <a:pt x="21600" y="17096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882" y="864"/>
                </a:moveTo>
                <a:lnTo>
                  <a:pt x="20717" y="864"/>
                </a:lnTo>
                <a:lnTo>
                  <a:pt x="20717" y="16231"/>
                </a:lnTo>
                <a:lnTo>
                  <a:pt x="8598" y="16231"/>
                </a:lnTo>
                <a:lnTo>
                  <a:pt x="6257" y="19470"/>
                </a:lnTo>
                <a:lnTo>
                  <a:pt x="6261" y="16231"/>
                </a:lnTo>
                <a:lnTo>
                  <a:pt x="882" y="16231"/>
                </a:lnTo>
                <a:lnTo>
                  <a:pt x="882" y="864"/>
                </a:lnTo>
                <a:close/>
                <a:moveTo>
                  <a:pt x="5853" y="6321"/>
                </a:moveTo>
                <a:cubicBezTo>
                  <a:pt x="5399" y="6321"/>
                  <a:pt x="4945" y="6494"/>
                  <a:pt x="4598" y="6841"/>
                </a:cubicBezTo>
                <a:cubicBezTo>
                  <a:pt x="3906" y="7535"/>
                  <a:pt x="3906" y="8660"/>
                  <a:pt x="4598" y="9354"/>
                </a:cubicBezTo>
                <a:cubicBezTo>
                  <a:pt x="5291" y="10048"/>
                  <a:pt x="6415" y="10048"/>
                  <a:pt x="7107" y="9354"/>
                </a:cubicBezTo>
                <a:cubicBezTo>
                  <a:pt x="7800" y="8660"/>
                  <a:pt x="7800" y="7535"/>
                  <a:pt x="7107" y="6841"/>
                </a:cubicBezTo>
                <a:cubicBezTo>
                  <a:pt x="6761" y="6494"/>
                  <a:pt x="6307" y="6321"/>
                  <a:pt x="5853" y="6321"/>
                </a:cubicBezTo>
                <a:close/>
                <a:moveTo>
                  <a:pt x="10789" y="6321"/>
                </a:moveTo>
                <a:cubicBezTo>
                  <a:pt x="10335" y="6321"/>
                  <a:pt x="9881" y="6494"/>
                  <a:pt x="9535" y="6841"/>
                </a:cubicBezTo>
                <a:cubicBezTo>
                  <a:pt x="8842" y="7535"/>
                  <a:pt x="8842" y="8660"/>
                  <a:pt x="9535" y="9354"/>
                </a:cubicBezTo>
                <a:cubicBezTo>
                  <a:pt x="10228" y="10048"/>
                  <a:pt x="11351" y="10048"/>
                  <a:pt x="12044" y="9354"/>
                </a:cubicBezTo>
                <a:cubicBezTo>
                  <a:pt x="12737" y="8660"/>
                  <a:pt x="12737" y="7535"/>
                  <a:pt x="12044" y="6841"/>
                </a:cubicBezTo>
                <a:cubicBezTo>
                  <a:pt x="11698" y="6494"/>
                  <a:pt x="11243" y="6321"/>
                  <a:pt x="10789" y="6321"/>
                </a:cubicBezTo>
                <a:close/>
                <a:moveTo>
                  <a:pt x="15726" y="6321"/>
                </a:moveTo>
                <a:cubicBezTo>
                  <a:pt x="15272" y="6321"/>
                  <a:pt x="14818" y="6494"/>
                  <a:pt x="14471" y="6841"/>
                </a:cubicBezTo>
                <a:cubicBezTo>
                  <a:pt x="13779" y="7535"/>
                  <a:pt x="13779" y="8660"/>
                  <a:pt x="14471" y="9354"/>
                </a:cubicBezTo>
                <a:cubicBezTo>
                  <a:pt x="15164" y="10048"/>
                  <a:pt x="16288" y="10048"/>
                  <a:pt x="16981" y="9354"/>
                </a:cubicBezTo>
                <a:cubicBezTo>
                  <a:pt x="17673" y="8660"/>
                  <a:pt x="17673" y="7535"/>
                  <a:pt x="16981" y="6841"/>
                </a:cubicBezTo>
                <a:cubicBezTo>
                  <a:pt x="16634" y="6494"/>
                  <a:pt x="16180" y="6321"/>
                  <a:pt x="15726" y="6321"/>
                </a:cubicBezTo>
                <a:close/>
                <a:moveTo>
                  <a:pt x="5853" y="7220"/>
                </a:moveTo>
                <a:cubicBezTo>
                  <a:pt x="6077" y="7220"/>
                  <a:pt x="6301" y="7306"/>
                  <a:pt x="6472" y="7477"/>
                </a:cubicBezTo>
                <a:cubicBezTo>
                  <a:pt x="6815" y="7820"/>
                  <a:pt x="6815" y="8376"/>
                  <a:pt x="6472" y="8719"/>
                </a:cubicBezTo>
                <a:cubicBezTo>
                  <a:pt x="6130" y="9062"/>
                  <a:pt x="5576" y="9062"/>
                  <a:pt x="5233" y="8719"/>
                </a:cubicBezTo>
                <a:cubicBezTo>
                  <a:pt x="4891" y="8376"/>
                  <a:pt x="4891" y="7820"/>
                  <a:pt x="5233" y="7477"/>
                </a:cubicBezTo>
                <a:cubicBezTo>
                  <a:pt x="5404" y="7306"/>
                  <a:pt x="5628" y="7220"/>
                  <a:pt x="5853" y="7220"/>
                </a:cubicBezTo>
                <a:close/>
                <a:moveTo>
                  <a:pt x="10789" y="7220"/>
                </a:moveTo>
                <a:cubicBezTo>
                  <a:pt x="11014" y="7220"/>
                  <a:pt x="11238" y="7306"/>
                  <a:pt x="11409" y="7477"/>
                </a:cubicBezTo>
                <a:cubicBezTo>
                  <a:pt x="11751" y="7820"/>
                  <a:pt x="11751" y="8376"/>
                  <a:pt x="11409" y="8719"/>
                </a:cubicBezTo>
                <a:cubicBezTo>
                  <a:pt x="11067" y="9062"/>
                  <a:pt x="10512" y="9062"/>
                  <a:pt x="10170" y="8719"/>
                </a:cubicBezTo>
                <a:cubicBezTo>
                  <a:pt x="9827" y="8376"/>
                  <a:pt x="9827" y="7820"/>
                  <a:pt x="10170" y="7477"/>
                </a:cubicBezTo>
                <a:cubicBezTo>
                  <a:pt x="10341" y="7306"/>
                  <a:pt x="10565" y="7220"/>
                  <a:pt x="10789" y="7220"/>
                </a:cubicBezTo>
                <a:close/>
                <a:moveTo>
                  <a:pt x="15726" y="7220"/>
                </a:moveTo>
                <a:cubicBezTo>
                  <a:pt x="15950" y="7220"/>
                  <a:pt x="16174" y="7306"/>
                  <a:pt x="16346" y="7477"/>
                </a:cubicBezTo>
                <a:cubicBezTo>
                  <a:pt x="16688" y="7820"/>
                  <a:pt x="16688" y="8376"/>
                  <a:pt x="16346" y="8719"/>
                </a:cubicBezTo>
                <a:cubicBezTo>
                  <a:pt x="16003" y="9062"/>
                  <a:pt x="15449" y="9062"/>
                  <a:pt x="15106" y="8719"/>
                </a:cubicBezTo>
                <a:cubicBezTo>
                  <a:pt x="14764" y="8376"/>
                  <a:pt x="14764" y="7820"/>
                  <a:pt x="15106" y="7477"/>
                </a:cubicBezTo>
                <a:cubicBezTo>
                  <a:pt x="15278" y="7306"/>
                  <a:pt x="15502" y="7220"/>
                  <a:pt x="15726" y="7220"/>
                </a:cubicBezTo>
                <a:close/>
              </a:path>
            </a:pathLst>
          </a:custGeom>
          <a:solidFill>
            <a:srgbClr val="E74B5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>
              <a:solidFill>
                <a:srgbClr val="FFFFFF"/>
              </a:solidFill>
              <a:latin typeface="等线" panose="020F0502020204030204"/>
              <a:sym typeface="Helvetica Neue Medium"/>
            </a:endParaRPr>
          </a:p>
        </p:txBody>
      </p:sp>
      <p:sp>
        <p:nvSpPr>
          <p:cNvPr id="14" name="ICON 3">
            <a:extLst>
              <a:ext uri="{FF2B5EF4-FFF2-40B4-BE49-F238E27FC236}">
                <a16:creationId xmlns:a16="http://schemas.microsoft.com/office/drawing/2014/main" id="{0B2F4398-BE3A-452D-AD0C-20309E9982D9}"/>
              </a:ext>
            </a:extLst>
          </p:cNvPr>
          <p:cNvSpPr/>
          <p:nvPr/>
        </p:nvSpPr>
        <p:spPr>
          <a:xfrm>
            <a:off x="7670225" y="732311"/>
            <a:ext cx="575725" cy="385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1905" y="1369"/>
                </a:moveTo>
                <a:lnTo>
                  <a:pt x="20138" y="1369"/>
                </a:lnTo>
                <a:lnTo>
                  <a:pt x="10806" y="10703"/>
                </a:lnTo>
                <a:lnTo>
                  <a:pt x="1905" y="1369"/>
                </a:lnTo>
                <a:close/>
                <a:moveTo>
                  <a:pt x="874" y="2005"/>
                </a:moveTo>
                <a:lnTo>
                  <a:pt x="10808" y="12268"/>
                </a:lnTo>
                <a:lnTo>
                  <a:pt x="20726" y="2480"/>
                </a:lnTo>
                <a:lnTo>
                  <a:pt x="20726" y="20231"/>
                </a:lnTo>
                <a:lnTo>
                  <a:pt x="874" y="20231"/>
                </a:lnTo>
                <a:lnTo>
                  <a:pt x="874" y="2005"/>
                </a:lnTo>
                <a:close/>
              </a:path>
            </a:pathLst>
          </a:custGeom>
          <a:solidFill>
            <a:srgbClr val="E74B5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>
              <a:solidFill>
                <a:srgbClr val="FFFFFF"/>
              </a:solidFill>
              <a:latin typeface="等线" panose="020F0502020204030204"/>
              <a:sym typeface="Helvetica Neue Medium"/>
            </a:endParaRPr>
          </a:p>
        </p:txBody>
      </p:sp>
      <p:sp>
        <p:nvSpPr>
          <p:cNvPr id="15" name="ICON 2">
            <a:extLst>
              <a:ext uri="{FF2B5EF4-FFF2-40B4-BE49-F238E27FC236}">
                <a16:creationId xmlns:a16="http://schemas.microsoft.com/office/drawing/2014/main" id="{246EA63A-68DB-4557-BB57-44A5ECDE1C1A}"/>
              </a:ext>
            </a:extLst>
          </p:cNvPr>
          <p:cNvSpPr/>
          <p:nvPr/>
        </p:nvSpPr>
        <p:spPr>
          <a:xfrm>
            <a:off x="9579782" y="2926466"/>
            <a:ext cx="574703" cy="5767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031" y="0"/>
                </a:moveTo>
                <a:lnTo>
                  <a:pt x="4031" y="1824"/>
                </a:lnTo>
                <a:lnTo>
                  <a:pt x="0" y="1824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824"/>
                </a:lnTo>
                <a:lnTo>
                  <a:pt x="17562" y="1824"/>
                </a:lnTo>
                <a:lnTo>
                  <a:pt x="17562" y="0"/>
                </a:lnTo>
                <a:lnTo>
                  <a:pt x="16658" y="0"/>
                </a:lnTo>
                <a:lnTo>
                  <a:pt x="16658" y="1824"/>
                </a:lnTo>
                <a:lnTo>
                  <a:pt x="4934" y="1824"/>
                </a:lnTo>
                <a:lnTo>
                  <a:pt x="4934" y="0"/>
                </a:lnTo>
                <a:lnTo>
                  <a:pt x="4031" y="0"/>
                </a:lnTo>
                <a:close/>
                <a:moveTo>
                  <a:pt x="857" y="2709"/>
                </a:moveTo>
                <a:lnTo>
                  <a:pt x="4031" y="2709"/>
                </a:lnTo>
                <a:lnTo>
                  <a:pt x="4031" y="3641"/>
                </a:lnTo>
                <a:lnTo>
                  <a:pt x="4934" y="3641"/>
                </a:lnTo>
                <a:lnTo>
                  <a:pt x="4934" y="2709"/>
                </a:lnTo>
                <a:lnTo>
                  <a:pt x="16658" y="2709"/>
                </a:lnTo>
                <a:lnTo>
                  <a:pt x="16658" y="3641"/>
                </a:lnTo>
                <a:lnTo>
                  <a:pt x="17562" y="3641"/>
                </a:lnTo>
                <a:lnTo>
                  <a:pt x="17562" y="2709"/>
                </a:lnTo>
                <a:lnTo>
                  <a:pt x="20734" y="2709"/>
                </a:lnTo>
                <a:lnTo>
                  <a:pt x="20734" y="6334"/>
                </a:lnTo>
                <a:lnTo>
                  <a:pt x="857" y="6334"/>
                </a:lnTo>
                <a:lnTo>
                  <a:pt x="857" y="2709"/>
                </a:lnTo>
                <a:close/>
                <a:moveTo>
                  <a:pt x="857" y="7235"/>
                </a:moveTo>
                <a:lnTo>
                  <a:pt x="20734" y="7235"/>
                </a:lnTo>
                <a:lnTo>
                  <a:pt x="20734" y="20715"/>
                </a:lnTo>
                <a:lnTo>
                  <a:pt x="857" y="20715"/>
                </a:lnTo>
                <a:lnTo>
                  <a:pt x="857" y="7235"/>
                </a:lnTo>
                <a:close/>
                <a:moveTo>
                  <a:pt x="6752" y="9482"/>
                </a:moveTo>
                <a:lnTo>
                  <a:pt x="6752" y="11243"/>
                </a:lnTo>
                <a:lnTo>
                  <a:pt x="8525" y="11243"/>
                </a:lnTo>
                <a:lnTo>
                  <a:pt x="8525" y="9482"/>
                </a:lnTo>
                <a:lnTo>
                  <a:pt x="6752" y="9482"/>
                </a:lnTo>
                <a:close/>
                <a:moveTo>
                  <a:pt x="9908" y="9482"/>
                </a:moveTo>
                <a:lnTo>
                  <a:pt x="9908" y="11243"/>
                </a:lnTo>
                <a:lnTo>
                  <a:pt x="11681" y="11243"/>
                </a:lnTo>
                <a:lnTo>
                  <a:pt x="11681" y="9482"/>
                </a:lnTo>
                <a:lnTo>
                  <a:pt x="9908" y="9482"/>
                </a:lnTo>
                <a:close/>
                <a:moveTo>
                  <a:pt x="13065" y="9482"/>
                </a:moveTo>
                <a:lnTo>
                  <a:pt x="13065" y="11243"/>
                </a:lnTo>
                <a:lnTo>
                  <a:pt x="14839" y="11243"/>
                </a:lnTo>
                <a:lnTo>
                  <a:pt x="14839" y="9482"/>
                </a:lnTo>
                <a:lnTo>
                  <a:pt x="13065" y="9482"/>
                </a:lnTo>
                <a:close/>
                <a:moveTo>
                  <a:pt x="16222" y="9482"/>
                </a:moveTo>
                <a:lnTo>
                  <a:pt x="16222" y="11243"/>
                </a:lnTo>
                <a:lnTo>
                  <a:pt x="17995" y="11243"/>
                </a:lnTo>
                <a:lnTo>
                  <a:pt x="17995" y="9482"/>
                </a:lnTo>
                <a:lnTo>
                  <a:pt x="16222" y="9482"/>
                </a:lnTo>
                <a:close/>
                <a:moveTo>
                  <a:pt x="3595" y="12612"/>
                </a:moveTo>
                <a:lnTo>
                  <a:pt x="3595" y="14373"/>
                </a:lnTo>
                <a:lnTo>
                  <a:pt x="5368" y="14373"/>
                </a:lnTo>
                <a:lnTo>
                  <a:pt x="5368" y="12612"/>
                </a:lnTo>
                <a:lnTo>
                  <a:pt x="3595" y="12612"/>
                </a:lnTo>
                <a:close/>
                <a:moveTo>
                  <a:pt x="6752" y="12612"/>
                </a:moveTo>
                <a:lnTo>
                  <a:pt x="6752" y="14373"/>
                </a:lnTo>
                <a:lnTo>
                  <a:pt x="8525" y="14373"/>
                </a:lnTo>
                <a:lnTo>
                  <a:pt x="8525" y="12612"/>
                </a:lnTo>
                <a:lnTo>
                  <a:pt x="6752" y="12612"/>
                </a:lnTo>
                <a:close/>
                <a:moveTo>
                  <a:pt x="9908" y="12612"/>
                </a:moveTo>
                <a:lnTo>
                  <a:pt x="9908" y="14373"/>
                </a:lnTo>
                <a:lnTo>
                  <a:pt x="11681" y="14373"/>
                </a:lnTo>
                <a:lnTo>
                  <a:pt x="11681" y="12612"/>
                </a:lnTo>
                <a:lnTo>
                  <a:pt x="9908" y="12612"/>
                </a:lnTo>
                <a:close/>
                <a:moveTo>
                  <a:pt x="13065" y="12612"/>
                </a:moveTo>
                <a:lnTo>
                  <a:pt x="13065" y="14373"/>
                </a:lnTo>
                <a:lnTo>
                  <a:pt x="14839" y="14373"/>
                </a:lnTo>
                <a:lnTo>
                  <a:pt x="14839" y="12612"/>
                </a:lnTo>
                <a:lnTo>
                  <a:pt x="13065" y="12612"/>
                </a:lnTo>
                <a:close/>
                <a:moveTo>
                  <a:pt x="16222" y="12612"/>
                </a:moveTo>
                <a:lnTo>
                  <a:pt x="16222" y="14373"/>
                </a:lnTo>
                <a:lnTo>
                  <a:pt x="17995" y="14373"/>
                </a:lnTo>
                <a:lnTo>
                  <a:pt x="17995" y="12612"/>
                </a:lnTo>
                <a:lnTo>
                  <a:pt x="16222" y="12612"/>
                </a:lnTo>
                <a:close/>
                <a:moveTo>
                  <a:pt x="3595" y="15742"/>
                </a:moveTo>
                <a:lnTo>
                  <a:pt x="3595" y="17503"/>
                </a:lnTo>
                <a:lnTo>
                  <a:pt x="5368" y="17503"/>
                </a:lnTo>
                <a:lnTo>
                  <a:pt x="5368" y="15742"/>
                </a:lnTo>
                <a:lnTo>
                  <a:pt x="3595" y="15742"/>
                </a:lnTo>
                <a:close/>
                <a:moveTo>
                  <a:pt x="6752" y="15742"/>
                </a:moveTo>
                <a:lnTo>
                  <a:pt x="6752" y="17503"/>
                </a:lnTo>
                <a:lnTo>
                  <a:pt x="8525" y="17503"/>
                </a:lnTo>
                <a:lnTo>
                  <a:pt x="8525" y="15742"/>
                </a:lnTo>
                <a:lnTo>
                  <a:pt x="6752" y="15742"/>
                </a:lnTo>
                <a:close/>
                <a:moveTo>
                  <a:pt x="9908" y="15742"/>
                </a:moveTo>
                <a:lnTo>
                  <a:pt x="9908" y="17503"/>
                </a:lnTo>
                <a:lnTo>
                  <a:pt x="11681" y="17503"/>
                </a:lnTo>
                <a:lnTo>
                  <a:pt x="11681" y="15742"/>
                </a:lnTo>
                <a:lnTo>
                  <a:pt x="9908" y="15742"/>
                </a:lnTo>
                <a:close/>
                <a:moveTo>
                  <a:pt x="13065" y="15742"/>
                </a:moveTo>
                <a:lnTo>
                  <a:pt x="13065" y="17503"/>
                </a:lnTo>
                <a:lnTo>
                  <a:pt x="14839" y="17503"/>
                </a:lnTo>
                <a:lnTo>
                  <a:pt x="14839" y="15742"/>
                </a:lnTo>
                <a:lnTo>
                  <a:pt x="13065" y="15742"/>
                </a:lnTo>
                <a:close/>
              </a:path>
            </a:pathLst>
          </a:custGeom>
          <a:solidFill>
            <a:srgbClr val="E74B5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>
              <a:solidFill>
                <a:srgbClr val="FFFFFF"/>
              </a:solidFill>
              <a:latin typeface="等线" panose="020F0502020204030204"/>
              <a:sym typeface="Helvetica Neue Medium"/>
            </a:endParaRPr>
          </a:p>
        </p:txBody>
      </p:sp>
      <p:sp>
        <p:nvSpPr>
          <p:cNvPr id="16" name="ICON 1">
            <a:extLst>
              <a:ext uri="{FF2B5EF4-FFF2-40B4-BE49-F238E27FC236}">
                <a16:creationId xmlns:a16="http://schemas.microsoft.com/office/drawing/2014/main" id="{756D58CD-9A7A-42EB-870A-5E6307F81AEA}"/>
              </a:ext>
            </a:extLst>
          </p:cNvPr>
          <p:cNvSpPr/>
          <p:nvPr/>
        </p:nvSpPr>
        <p:spPr>
          <a:xfrm>
            <a:off x="3927102" y="688769"/>
            <a:ext cx="593109" cy="4806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8" y="0"/>
                </a:moveTo>
                <a:lnTo>
                  <a:pt x="1808" y="1129"/>
                </a:lnTo>
                <a:lnTo>
                  <a:pt x="0" y="1129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129"/>
                </a:lnTo>
                <a:lnTo>
                  <a:pt x="7183" y="1129"/>
                </a:lnTo>
                <a:lnTo>
                  <a:pt x="7183" y="0"/>
                </a:lnTo>
                <a:lnTo>
                  <a:pt x="1808" y="0"/>
                </a:lnTo>
                <a:close/>
                <a:moveTo>
                  <a:pt x="865" y="2193"/>
                </a:moveTo>
                <a:lnTo>
                  <a:pt x="20736" y="2193"/>
                </a:lnTo>
                <a:lnTo>
                  <a:pt x="20736" y="20536"/>
                </a:lnTo>
                <a:lnTo>
                  <a:pt x="865" y="20536"/>
                </a:lnTo>
                <a:lnTo>
                  <a:pt x="865" y="2193"/>
                </a:lnTo>
                <a:close/>
                <a:moveTo>
                  <a:pt x="14835" y="4981"/>
                </a:moveTo>
                <a:lnTo>
                  <a:pt x="14835" y="6094"/>
                </a:lnTo>
                <a:lnTo>
                  <a:pt x="18456" y="6094"/>
                </a:lnTo>
                <a:lnTo>
                  <a:pt x="18456" y="4981"/>
                </a:lnTo>
                <a:lnTo>
                  <a:pt x="14835" y="4981"/>
                </a:lnTo>
                <a:close/>
                <a:moveTo>
                  <a:pt x="8083" y="6670"/>
                </a:moveTo>
                <a:cubicBezTo>
                  <a:pt x="7051" y="6670"/>
                  <a:pt x="6018" y="7154"/>
                  <a:pt x="5231" y="8124"/>
                </a:cubicBezTo>
                <a:cubicBezTo>
                  <a:pt x="3655" y="10064"/>
                  <a:pt x="3655" y="13209"/>
                  <a:pt x="5231" y="15149"/>
                </a:cubicBezTo>
                <a:cubicBezTo>
                  <a:pt x="6806" y="17088"/>
                  <a:pt x="9360" y="17088"/>
                  <a:pt x="10935" y="15149"/>
                </a:cubicBezTo>
                <a:cubicBezTo>
                  <a:pt x="12511" y="13209"/>
                  <a:pt x="12511" y="10064"/>
                  <a:pt x="10935" y="8124"/>
                </a:cubicBezTo>
                <a:cubicBezTo>
                  <a:pt x="10148" y="7154"/>
                  <a:pt x="9115" y="6670"/>
                  <a:pt x="8083" y="6670"/>
                </a:cubicBezTo>
                <a:close/>
                <a:moveTo>
                  <a:pt x="8083" y="7757"/>
                </a:moveTo>
                <a:cubicBezTo>
                  <a:pt x="8889" y="7757"/>
                  <a:pt x="9696" y="8136"/>
                  <a:pt x="10311" y="8894"/>
                </a:cubicBezTo>
                <a:cubicBezTo>
                  <a:pt x="11541" y="10408"/>
                  <a:pt x="11541" y="12864"/>
                  <a:pt x="10311" y="14379"/>
                </a:cubicBezTo>
                <a:cubicBezTo>
                  <a:pt x="9081" y="15893"/>
                  <a:pt x="7086" y="15893"/>
                  <a:pt x="5855" y="14379"/>
                </a:cubicBezTo>
                <a:cubicBezTo>
                  <a:pt x="4625" y="12864"/>
                  <a:pt x="4625" y="10408"/>
                  <a:pt x="5855" y="8894"/>
                </a:cubicBezTo>
                <a:cubicBezTo>
                  <a:pt x="6470" y="8136"/>
                  <a:pt x="7277" y="7757"/>
                  <a:pt x="8083" y="7757"/>
                </a:cubicBezTo>
                <a:close/>
              </a:path>
            </a:pathLst>
          </a:custGeom>
          <a:solidFill>
            <a:srgbClr val="E74B5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>
              <a:solidFill>
                <a:srgbClr val="FFFFFF"/>
              </a:solidFill>
              <a:latin typeface="等线" panose="020F0502020204030204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357767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PICTURE" val="#VCG41N664213702;"/>
</p:tagLst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810</Words>
  <Application>Microsoft Office PowerPoint</Application>
  <PresentationFormat>寬螢幕</PresentationFormat>
  <Paragraphs>80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8" baseType="lpstr">
      <vt:lpstr>等线</vt:lpstr>
      <vt:lpstr>Noto Sans CJK TC Black</vt:lpstr>
      <vt:lpstr>Noto Sans CJK TC Bold</vt:lpstr>
      <vt:lpstr>Noto Sans CJK TC Regular</vt:lpstr>
      <vt:lpstr>OPPOSans H</vt:lpstr>
      <vt:lpstr>Agency FB</vt:lpstr>
      <vt:lpstr>Arial</vt:lpstr>
      <vt:lpstr>Calibri</vt:lpstr>
      <vt:lpstr>Calibri Light</vt:lpstr>
      <vt:lpstr>Lato Black</vt:lpstr>
      <vt:lpstr>Lato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Jian-Ming Ke</dc:creator>
  <cp:lastModifiedBy>Jian-Ming Ke</cp:lastModifiedBy>
  <cp:revision>8</cp:revision>
  <dcterms:created xsi:type="dcterms:W3CDTF">2021-11-04T05:07:08Z</dcterms:created>
  <dcterms:modified xsi:type="dcterms:W3CDTF">2021-11-19T01:29:35Z</dcterms:modified>
</cp:coreProperties>
</file>